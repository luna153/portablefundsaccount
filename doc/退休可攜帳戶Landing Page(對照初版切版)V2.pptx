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48" r:id="rId1"/>
  </p:sldMasterIdLst>
  <p:notesMasterIdLst>
    <p:notesMasterId r:id="rId25"/>
  </p:notesMasterIdLst>
  <p:handoutMasterIdLst>
    <p:handoutMasterId r:id="rId26"/>
  </p:handoutMasterIdLst>
  <p:sldIdLst>
    <p:sldId id="8952" r:id="rId2"/>
    <p:sldId id="9140" r:id="rId3"/>
    <p:sldId id="9142" r:id="rId4"/>
    <p:sldId id="9141" r:id="rId5"/>
    <p:sldId id="9143" r:id="rId6"/>
    <p:sldId id="9144" r:id="rId7"/>
    <p:sldId id="9145" r:id="rId8"/>
    <p:sldId id="9132" r:id="rId9"/>
    <p:sldId id="9126" r:id="rId10"/>
    <p:sldId id="9127" r:id="rId11"/>
    <p:sldId id="9128" r:id="rId12"/>
    <p:sldId id="9116" r:id="rId13"/>
    <p:sldId id="9129" r:id="rId14"/>
    <p:sldId id="9133" r:id="rId15"/>
    <p:sldId id="9104" r:id="rId16"/>
    <p:sldId id="9134" r:id="rId17"/>
    <p:sldId id="9139" r:id="rId18"/>
    <p:sldId id="9130" r:id="rId19"/>
    <p:sldId id="9136" r:id="rId20"/>
    <p:sldId id="9135" r:id="rId21"/>
    <p:sldId id="9137" r:id="rId22"/>
    <p:sldId id="9131" r:id="rId23"/>
    <p:sldId id="9138" r:id="rId24"/>
  </p:sldIdLst>
  <p:sldSz cx="11949113" cy="6721475"/>
  <p:notesSz cx="9926638" cy="6797675"/>
  <p:custDataLst>
    <p:tags r:id="rId27"/>
  </p:custDataLst>
  <p:defaultTextStyle>
    <a:defPPr>
      <a:defRPr lang="en-US"/>
    </a:defPPr>
    <a:lvl1pPr algn="l" rtl="0" fontAlgn="base">
      <a:spcBef>
        <a:spcPct val="0"/>
      </a:spcBef>
      <a:spcAft>
        <a:spcPct val="0"/>
      </a:spcAft>
      <a:defRPr sz="4000" b="1" kern="1200">
        <a:solidFill>
          <a:schemeClr val="tx1"/>
        </a:solidFill>
        <a:latin typeface="Arial" charset="0"/>
        <a:ea typeface="华文楷体" pitchFamily="2" charset="-122"/>
        <a:cs typeface="+mn-cs"/>
      </a:defRPr>
    </a:lvl1pPr>
    <a:lvl2pPr marL="457200" algn="l" rtl="0" fontAlgn="base">
      <a:spcBef>
        <a:spcPct val="0"/>
      </a:spcBef>
      <a:spcAft>
        <a:spcPct val="0"/>
      </a:spcAft>
      <a:defRPr sz="4000" b="1" kern="1200">
        <a:solidFill>
          <a:schemeClr val="tx1"/>
        </a:solidFill>
        <a:latin typeface="Arial" charset="0"/>
        <a:ea typeface="华文楷体" pitchFamily="2" charset="-122"/>
        <a:cs typeface="+mn-cs"/>
      </a:defRPr>
    </a:lvl2pPr>
    <a:lvl3pPr marL="914400" algn="l" rtl="0" fontAlgn="base">
      <a:spcBef>
        <a:spcPct val="0"/>
      </a:spcBef>
      <a:spcAft>
        <a:spcPct val="0"/>
      </a:spcAft>
      <a:defRPr sz="4000" b="1" kern="1200">
        <a:solidFill>
          <a:schemeClr val="tx1"/>
        </a:solidFill>
        <a:latin typeface="Arial" charset="0"/>
        <a:ea typeface="华文楷体" pitchFamily="2" charset="-122"/>
        <a:cs typeface="+mn-cs"/>
      </a:defRPr>
    </a:lvl3pPr>
    <a:lvl4pPr marL="1371600" algn="l" rtl="0" fontAlgn="base">
      <a:spcBef>
        <a:spcPct val="0"/>
      </a:spcBef>
      <a:spcAft>
        <a:spcPct val="0"/>
      </a:spcAft>
      <a:defRPr sz="4000" b="1" kern="1200">
        <a:solidFill>
          <a:schemeClr val="tx1"/>
        </a:solidFill>
        <a:latin typeface="Arial" charset="0"/>
        <a:ea typeface="华文楷体" pitchFamily="2" charset="-122"/>
        <a:cs typeface="+mn-cs"/>
      </a:defRPr>
    </a:lvl4pPr>
    <a:lvl5pPr marL="1828800" algn="l" rtl="0" fontAlgn="base">
      <a:spcBef>
        <a:spcPct val="0"/>
      </a:spcBef>
      <a:spcAft>
        <a:spcPct val="0"/>
      </a:spcAft>
      <a:defRPr sz="4000" b="1" kern="1200">
        <a:solidFill>
          <a:schemeClr val="tx1"/>
        </a:solidFill>
        <a:latin typeface="Arial" charset="0"/>
        <a:ea typeface="华文楷体" pitchFamily="2" charset="-122"/>
        <a:cs typeface="+mn-cs"/>
      </a:defRPr>
    </a:lvl5pPr>
    <a:lvl6pPr marL="2286000" algn="l" defTabSz="914400" rtl="0" eaLnBrk="1" latinLnBrk="0" hangingPunct="1">
      <a:defRPr sz="4000" b="1" kern="1200">
        <a:solidFill>
          <a:schemeClr val="tx1"/>
        </a:solidFill>
        <a:latin typeface="Arial" charset="0"/>
        <a:ea typeface="华文楷体" pitchFamily="2" charset="-122"/>
        <a:cs typeface="+mn-cs"/>
      </a:defRPr>
    </a:lvl6pPr>
    <a:lvl7pPr marL="2743200" algn="l" defTabSz="914400" rtl="0" eaLnBrk="1" latinLnBrk="0" hangingPunct="1">
      <a:defRPr sz="4000" b="1" kern="1200">
        <a:solidFill>
          <a:schemeClr val="tx1"/>
        </a:solidFill>
        <a:latin typeface="Arial" charset="0"/>
        <a:ea typeface="华文楷体" pitchFamily="2" charset="-122"/>
        <a:cs typeface="+mn-cs"/>
      </a:defRPr>
    </a:lvl7pPr>
    <a:lvl8pPr marL="3200400" algn="l" defTabSz="914400" rtl="0" eaLnBrk="1" latinLnBrk="0" hangingPunct="1">
      <a:defRPr sz="4000" b="1" kern="1200">
        <a:solidFill>
          <a:schemeClr val="tx1"/>
        </a:solidFill>
        <a:latin typeface="Arial" charset="0"/>
        <a:ea typeface="华文楷体" pitchFamily="2" charset="-122"/>
        <a:cs typeface="+mn-cs"/>
      </a:defRPr>
    </a:lvl8pPr>
    <a:lvl9pPr marL="3657600" algn="l" defTabSz="914400" rtl="0" eaLnBrk="1" latinLnBrk="0" hangingPunct="1">
      <a:defRPr sz="4000" b="1" kern="1200">
        <a:solidFill>
          <a:schemeClr val="tx1"/>
        </a:solidFill>
        <a:latin typeface="Arial" charset="0"/>
        <a:ea typeface="华文楷体" pitchFamily="2" charset="-122"/>
        <a:cs typeface="+mn-cs"/>
      </a:defRPr>
    </a:lvl9pPr>
  </p:defaultTextStyle>
  <p:extLst>
    <p:ext uri="{EFAFB233-063F-42B5-8137-9DF3F51BA10A}">
      <p15:sldGuideLst xmlns:p15="http://schemas.microsoft.com/office/powerpoint/2012/main">
        <p15:guide id="1" orient="horz" pos="2166" userDrawn="1">
          <p15:clr>
            <a:srgbClr val="A4A3A4"/>
          </p15:clr>
        </p15:guide>
        <p15:guide id="2" pos="243" userDrawn="1">
          <p15:clr>
            <a:srgbClr val="A4A3A4"/>
          </p15:clr>
        </p15:guide>
      </p15:sldGuideLst>
    </p:ext>
    <p:ext uri="{2D200454-40CA-4A62-9FC3-DE9A4176ACB9}">
      <p15:notesGuideLst xmlns:p15="http://schemas.microsoft.com/office/powerpoint/2012/main">
        <p15:guide id="1" orient="horz" pos="2141" userDrawn="1">
          <p15:clr>
            <a:srgbClr val="A4A3A4"/>
          </p15:clr>
        </p15:guide>
        <p15:guide id="2" pos="3126"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夏柏雅-信託部-永豐銀行" initials="夏柏雅-信託部-永豐銀行" lastIdx="1" clrIdx="0">
    <p:extLst>
      <p:ext uri="{19B8F6BF-5375-455C-9EA6-DF929625EA0E}">
        <p15:presenceInfo xmlns:p15="http://schemas.microsoft.com/office/powerpoint/2012/main" userId="S::hsia119535@sinopac.com::7a39d4ff-08ac-45a6-a535-71f4ed500c3d"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B31F4"/>
    <a:srgbClr val="FF5961"/>
    <a:srgbClr val="436CFB"/>
    <a:srgbClr val="FDF3DB"/>
    <a:srgbClr val="FFFFFF"/>
    <a:srgbClr val="FF9933"/>
    <a:srgbClr val="FCEDC8"/>
    <a:srgbClr val="DDB67D"/>
    <a:srgbClr val="E0BC88"/>
    <a:srgbClr val="CC903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525" autoAdjust="0"/>
    <p:restoredTop sz="94513" autoAdjust="0"/>
  </p:normalViewPr>
  <p:slideViewPr>
    <p:cSldViewPr snapToGrid="0">
      <p:cViewPr>
        <p:scale>
          <a:sx n="100" d="100"/>
          <a:sy n="100" d="100"/>
        </p:scale>
        <p:origin x="1092" y="432"/>
      </p:cViewPr>
      <p:guideLst>
        <p:guide orient="horz" pos="2166"/>
        <p:guide pos="243"/>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napToGrid="0">
      <p:cViewPr varScale="1">
        <p:scale>
          <a:sx n="67" d="100"/>
          <a:sy n="67" d="100"/>
        </p:scale>
        <p:origin x="-756" y="-102"/>
      </p:cViewPr>
      <p:guideLst>
        <p:guide orient="horz" pos="2141"/>
        <p:guide pos="3126"/>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gs" Target="tags/tag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hdr" sz="quarter"/>
          </p:nvPr>
        </p:nvSpPr>
        <p:spPr bwMode="auto">
          <a:xfrm>
            <a:off x="0" y="0"/>
            <a:ext cx="4304944" cy="340210"/>
          </a:xfrm>
          <a:prstGeom prst="rect">
            <a:avLst/>
          </a:prstGeom>
          <a:noFill/>
          <a:ln w="9525">
            <a:noFill/>
            <a:miter lim="800000"/>
            <a:headEnd/>
            <a:tailEnd/>
          </a:ln>
          <a:effectLst/>
        </p:spPr>
        <p:txBody>
          <a:bodyPr vert="horz" wrap="square" lIns="98935" tIns="49467" rIns="98935" bIns="49467" numCol="1" anchor="t" anchorCtr="0" compatLnSpc="1">
            <a:prstTxWarp prst="textNoShape">
              <a:avLst/>
            </a:prstTxWarp>
          </a:bodyPr>
          <a:lstStyle>
            <a:lvl1pPr defTabSz="989013">
              <a:defRPr sz="1200" b="0">
                <a:latin typeface="Times New Roman" charset="0"/>
                <a:ea typeface="新細明體" pitchFamily="18" charset="-120"/>
              </a:defRPr>
            </a:lvl1pPr>
          </a:lstStyle>
          <a:p>
            <a:pPr>
              <a:defRPr/>
            </a:pPr>
            <a:endParaRPr lang="en-US" altLang="zh-TW" dirty="0"/>
          </a:p>
        </p:txBody>
      </p:sp>
      <p:sp>
        <p:nvSpPr>
          <p:cNvPr id="7171" name="Rectangle 3"/>
          <p:cNvSpPr>
            <a:spLocks noGrp="1" noChangeArrowheads="1"/>
          </p:cNvSpPr>
          <p:nvPr>
            <p:ph type="dt" sz="quarter" idx="1"/>
          </p:nvPr>
        </p:nvSpPr>
        <p:spPr bwMode="auto">
          <a:xfrm>
            <a:off x="5621697" y="0"/>
            <a:ext cx="4304943" cy="340210"/>
          </a:xfrm>
          <a:prstGeom prst="rect">
            <a:avLst/>
          </a:prstGeom>
          <a:noFill/>
          <a:ln w="9525">
            <a:noFill/>
            <a:miter lim="800000"/>
            <a:headEnd/>
            <a:tailEnd/>
          </a:ln>
          <a:effectLst/>
        </p:spPr>
        <p:txBody>
          <a:bodyPr vert="horz" wrap="square" lIns="98935" tIns="49467" rIns="98935" bIns="49467" numCol="1" anchor="t" anchorCtr="0" compatLnSpc="1">
            <a:prstTxWarp prst="textNoShape">
              <a:avLst/>
            </a:prstTxWarp>
          </a:bodyPr>
          <a:lstStyle>
            <a:lvl1pPr algn="r" defTabSz="989013">
              <a:defRPr sz="1200" b="0">
                <a:latin typeface="Times New Roman" charset="0"/>
                <a:ea typeface="新細明體" pitchFamily="18" charset="-120"/>
              </a:defRPr>
            </a:lvl1pPr>
          </a:lstStyle>
          <a:p>
            <a:pPr>
              <a:defRPr/>
            </a:pPr>
            <a:fld id="{81C88EAB-EE0A-4154-B212-2925DF29A372}" type="datetime1">
              <a:rPr lang="zh-TW" altLang="en-US"/>
              <a:pPr>
                <a:defRPr/>
              </a:pPr>
              <a:t>2023/12/4</a:t>
            </a:fld>
            <a:endParaRPr lang="en-US" altLang="zh-TW" dirty="0"/>
          </a:p>
        </p:txBody>
      </p:sp>
      <p:sp>
        <p:nvSpPr>
          <p:cNvPr id="7172" name="Rectangle 4"/>
          <p:cNvSpPr>
            <a:spLocks noGrp="1" noChangeArrowheads="1"/>
          </p:cNvSpPr>
          <p:nvPr>
            <p:ph type="ftr" sz="quarter" idx="2"/>
          </p:nvPr>
        </p:nvSpPr>
        <p:spPr bwMode="auto">
          <a:xfrm>
            <a:off x="0" y="6457467"/>
            <a:ext cx="4304944" cy="340209"/>
          </a:xfrm>
          <a:prstGeom prst="rect">
            <a:avLst/>
          </a:prstGeom>
          <a:noFill/>
          <a:ln w="9525">
            <a:noFill/>
            <a:miter lim="800000"/>
            <a:headEnd/>
            <a:tailEnd/>
          </a:ln>
          <a:effectLst/>
        </p:spPr>
        <p:txBody>
          <a:bodyPr vert="horz" wrap="square" lIns="98935" tIns="49467" rIns="98935" bIns="49467" numCol="1" anchor="b" anchorCtr="0" compatLnSpc="1">
            <a:prstTxWarp prst="textNoShape">
              <a:avLst/>
            </a:prstTxWarp>
          </a:bodyPr>
          <a:lstStyle>
            <a:lvl1pPr defTabSz="989013">
              <a:defRPr sz="1200" b="0">
                <a:latin typeface="Times New Roman" charset="0"/>
                <a:ea typeface="新細明體" pitchFamily="18" charset="-120"/>
              </a:defRPr>
            </a:lvl1pPr>
          </a:lstStyle>
          <a:p>
            <a:pPr>
              <a:defRPr/>
            </a:pPr>
            <a:r>
              <a:rPr lang="zh-TW" altLang="en-US"/>
              <a:t>20060726 STCv1</a:t>
            </a:r>
            <a:endParaRPr lang="en-US" altLang="zh-TW" dirty="0"/>
          </a:p>
        </p:txBody>
      </p:sp>
      <p:sp>
        <p:nvSpPr>
          <p:cNvPr id="7173" name="Rectangle 5"/>
          <p:cNvSpPr>
            <a:spLocks noGrp="1" noChangeArrowheads="1"/>
          </p:cNvSpPr>
          <p:nvPr>
            <p:ph type="sldNum" sz="quarter" idx="3"/>
          </p:nvPr>
        </p:nvSpPr>
        <p:spPr bwMode="auto">
          <a:xfrm>
            <a:off x="5621697" y="6457467"/>
            <a:ext cx="4304943" cy="340209"/>
          </a:xfrm>
          <a:prstGeom prst="rect">
            <a:avLst/>
          </a:prstGeom>
          <a:noFill/>
          <a:ln w="9525">
            <a:noFill/>
            <a:miter lim="800000"/>
            <a:headEnd/>
            <a:tailEnd/>
          </a:ln>
          <a:effectLst/>
        </p:spPr>
        <p:txBody>
          <a:bodyPr vert="horz" wrap="square" lIns="98935" tIns="49467" rIns="98935" bIns="49467" numCol="1" anchor="b" anchorCtr="0" compatLnSpc="1">
            <a:prstTxWarp prst="textNoShape">
              <a:avLst/>
            </a:prstTxWarp>
          </a:bodyPr>
          <a:lstStyle>
            <a:lvl1pPr algn="r" defTabSz="989013">
              <a:defRPr sz="1200" b="0">
                <a:latin typeface="Times New Roman" charset="0"/>
                <a:ea typeface="新細明體" pitchFamily="18" charset="-120"/>
              </a:defRPr>
            </a:lvl1pPr>
          </a:lstStyle>
          <a:p>
            <a:pPr>
              <a:defRPr/>
            </a:pPr>
            <a:fld id="{21C6206E-F53A-43CF-8083-2B602C0BB7D5}" type="slidenum">
              <a:rPr lang="zh-TW" altLang="en-US"/>
              <a:pPr>
                <a:defRPr/>
              </a:pPr>
              <a:t>‹#›</a:t>
            </a:fld>
            <a:endParaRPr lang="en-US" altLang="zh-TW" dirty="0"/>
          </a:p>
        </p:txBody>
      </p:sp>
    </p:spTree>
    <p:extLst>
      <p:ext uri="{BB962C8B-B14F-4D97-AF65-F5344CB8AC3E}">
        <p14:creationId xmlns:p14="http://schemas.microsoft.com/office/powerpoint/2010/main" val="810698500"/>
      </p:ext>
    </p:extLst>
  </p:cSld>
  <p:clrMap bg1="lt1" tx1="dk1" bg2="lt2" tx2="dk2" accent1="accent1" accent2="accent2" accent3="accent3" accent4="accent4" accent5="accent5" accent6="accent6" hlink="hlink" folHlink="folHlink"/>
  <p:hf sldNum="0"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4"/>
          <p:cNvSpPr>
            <a:spLocks noGrp="1" noRot="1" noChangeAspect="1" noChangeArrowheads="1" noTextEdit="1"/>
          </p:cNvSpPr>
          <p:nvPr>
            <p:ph type="sldImg" idx="2"/>
          </p:nvPr>
        </p:nvSpPr>
        <p:spPr bwMode="auto">
          <a:xfrm>
            <a:off x="-230188" y="876300"/>
            <a:ext cx="10321926" cy="580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5125" name="Rectangle 5"/>
          <p:cNvSpPr>
            <a:spLocks noGrp="1" noChangeArrowheads="1"/>
          </p:cNvSpPr>
          <p:nvPr>
            <p:ph type="body" sz="quarter" idx="3"/>
          </p:nvPr>
        </p:nvSpPr>
        <p:spPr bwMode="auto">
          <a:xfrm>
            <a:off x="1189250" y="251083"/>
            <a:ext cx="8243607" cy="224995"/>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p>
            <a:pPr lvl="0"/>
            <a:r>
              <a:rPr lang="en-US" altLang="zh-TW" noProof="0"/>
              <a:t>Click to edit Master text styles</a:t>
            </a:r>
          </a:p>
        </p:txBody>
      </p:sp>
      <p:sp>
        <p:nvSpPr>
          <p:cNvPr id="5126" name="doc id"/>
          <p:cNvSpPr>
            <a:spLocks noGrp="1" noChangeArrowheads="1"/>
          </p:cNvSpPr>
          <p:nvPr>
            <p:ph type="ftr" sz="quarter" idx="4"/>
          </p:nvPr>
        </p:nvSpPr>
        <p:spPr bwMode="auto">
          <a:xfrm>
            <a:off x="8823011" y="37756"/>
            <a:ext cx="804578" cy="123111"/>
          </a:xfrm>
          <a:prstGeom prst="rect">
            <a:avLst/>
          </a:prstGeom>
          <a:noFill/>
          <a:ln w="9525">
            <a:noFill/>
            <a:miter lim="800000"/>
            <a:headEnd/>
            <a:tailEnd/>
          </a:ln>
          <a:effectLst/>
        </p:spPr>
        <p:txBody>
          <a:bodyPr vert="horz" wrap="none" lIns="0" tIns="0" rIns="0" bIns="0" numCol="1" anchor="b" anchorCtr="0" compatLnSpc="1">
            <a:prstTxWarp prst="textNoShape">
              <a:avLst/>
            </a:prstTxWarp>
            <a:spAutoFit/>
          </a:bodyPr>
          <a:lstStyle>
            <a:lvl1pPr algn="r" defTabSz="989013">
              <a:defRPr sz="800" b="0">
                <a:latin typeface="Arial" charset="0"/>
                <a:ea typeface="新細明體" pitchFamily="18" charset="-120"/>
              </a:defRPr>
            </a:lvl1pPr>
          </a:lstStyle>
          <a:p>
            <a:pPr>
              <a:defRPr/>
            </a:pPr>
            <a:r>
              <a:rPr lang="en-US" altLang="zh-TW" dirty="0"/>
              <a:t>20060726 STCv1</a:t>
            </a:r>
            <a:endParaRPr lang="zh-TW" altLang="en-US"/>
          </a:p>
        </p:txBody>
      </p:sp>
      <p:sp>
        <p:nvSpPr>
          <p:cNvPr id="5127" name="pg num"/>
          <p:cNvSpPr>
            <a:spLocks noGrp="1" noChangeArrowheads="1"/>
          </p:cNvSpPr>
          <p:nvPr>
            <p:ph type="sldNum" sz="quarter" idx="5"/>
          </p:nvPr>
        </p:nvSpPr>
        <p:spPr bwMode="auto">
          <a:xfrm>
            <a:off x="8837072" y="6478229"/>
            <a:ext cx="790516" cy="184666"/>
          </a:xfrm>
          <a:prstGeom prst="rect">
            <a:avLst/>
          </a:prstGeom>
          <a:noFill/>
          <a:ln w="9525">
            <a:noFill/>
            <a:miter lim="800000"/>
            <a:headEnd/>
            <a:tailEnd/>
          </a:ln>
          <a:effectLst/>
        </p:spPr>
        <p:txBody>
          <a:bodyPr vert="horz" wrap="square" lIns="0" tIns="0" rIns="0" bIns="0" numCol="1" anchor="b" anchorCtr="0" compatLnSpc="1">
            <a:prstTxWarp prst="textNoShape">
              <a:avLst/>
            </a:prstTxWarp>
            <a:spAutoFit/>
          </a:bodyPr>
          <a:lstStyle>
            <a:lvl1pPr algn="r" defTabSz="989013">
              <a:defRPr sz="1200" b="0">
                <a:latin typeface="Arial" charset="0"/>
                <a:ea typeface="新細明體" pitchFamily="18" charset="-120"/>
              </a:defRPr>
            </a:lvl1pPr>
          </a:lstStyle>
          <a:p>
            <a:pPr>
              <a:defRPr/>
            </a:pPr>
            <a:fld id="{B1E6EC91-7DF2-43D3-8AD2-388AEE0713B1}" type="slidenum">
              <a:rPr lang="zh-TW" altLang="en-US"/>
              <a:pPr>
                <a:defRPr/>
              </a:pPr>
              <a:t>‹#›</a:t>
            </a:fld>
            <a:endParaRPr lang="en-US" altLang="zh-TW" dirty="0"/>
          </a:p>
        </p:txBody>
      </p:sp>
      <p:sp>
        <p:nvSpPr>
          <p:cNvPr id="2" name="McK Separator" hidden="1"/>
          <p:cNvSpPr>
            <a:spLocks noChangeShapeType="1"/>
          </p:cNvSpPr>
          <p:nvPr/>
        </p:nvSpPr>
        <p:spPr bwMode="auto">
          <a:xfrm>
            <a:off x="1189251" y="1033673"/>
            <a:ext cx="758986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Tree>
    <p:extLst>
      <p:ext uri="{BB962C8B-B14F-4D97-AF65-F5344CB8AC3E}">
        <p14:creationId xmlns:p14="http://schemas.microsoft.com/office/powerpoint/2010/main" val="2244334656"/>
      </p:ext>
    </p:extLst>
  </p:cSld>
  <p:clrMap bg1="lt1" tx1="dk1" bg2="lt2" tx2="dk2" accent1="accent1" accent2="accent2" accent3="accent3" accent4="accent4" accent5="accent5" accent6="accent6" hlink="hlink" folHlink="folHlink"/>
  <p:hf sldNum="0" hdr="0"/>
  <p:notesStyle>
    <a:lvl1pPr algn="l" rtl="0" eaLnBrk="0" fontAlgn="base" hangingPunct="0">
      <a:lnSpc>
        <a:spcPct val="90000"/>
      </a:lnSpc>
      <a:spcBef>
        <a:spcPct val="30000"/>
      </a:spcBef>
      <a:spcAft>
        <a:spcPct val="0"/>
      </a:spcAft>
      <a:defRPr sz="1600" b="1" kern="1200">
        <a:solidFill>
          <a:schemeClr val="tx1"/>
        </a:solidFill>
        <a:latin typeface="Arial" charset="0"/>
        <a:ea typeface="+mn-ea"/>
        <a:cs typeface="+mn-cs"/>
      </a:defRPr>
    </a:lvl1pPr>
    <a:lvl2pPr marL="742950" indent="-285750" algn="l" rtl="0" eaLnBrk="0" fontAlgn="base" hangingPunct="0">
      <a:spcBef>
        <a:spcPct val="30000"/>
      </a:spcBef>
      <a:spcAft>
        <a:spcPct val="0"/>
      </a:spcAft>
      <a:defRPr sz="1200" kern="1200">
        <a:solidFill>
          <a:schemeClr val="tx1"/>
        </a:solidFill>
        <a:latin typeface="Times New Roman" charset="0"/>
        <a:ea typeface="+mn-ea"/>
        <a:cs typeface="+mn-cs"/>
      </a:defRPr>
    </a:lvl2pPr>
    <a:lvl3pPr marL="1143000" indent="-228600" algn="l" rtl="0" eaLnBrk="0" fontAlgn="base" hangingPunct="0">
      <a:spcBef>
        <a:spcPct val="30000"/>
      </a:spcBef>
      <a:spcAft>
        <a:spcPct val="0"/>
      </a:spcAft>
      <a:defRPr sz="1200" kern="1200">
        <a:solidFill>
          <a:schemeClr val="tx1"/>
        </a:solidFill>
        <a:latin typeface="Times New Roman" charset="0"/>
        <a:ea typeface="+mn-ea"/>
        <a:cs typeface="+mn-cs"/>
      </a:defRPr>
    </a:lvl3pPr>
    <a:lvl4pPr marL="1600200" indent="-228600" algn="l" rtl="0" eaLnBrk="0" fontAlgn="base" hangingPunct="0">
      <a:spcBef>
        <a:spcPct val="30000"/>
      </a:spcBef>
      <a:spcAft>
        <a:spcPct val="0"/>
      </a:spcAft>
      <a:defRPr sz="1200" kern="1200">
        <a:solidFill>
          <a:schemeClr val="tx1"/>
        </a:solidFill>
        <a:latin typeface="Times New Roman" charset="0"/>
        <a:ea typeface="+mn-ea"/>
        <a:cs typeface="+mn-cs"/>
      </a:defRPr>
    </a:lvl4pPr>
    <a:lvl5pPr marL="2057400" indent="-228600" algn="l" rtl="0" eaLnBrk="0" fontAlgn="base" hangingPunct="0">
      <a:spcBef>
        <a:spcPct val="30000"/>
      </a:spcBef>
      <a:spcAft>
        <a:spcPct val="0"/>
      </a:spcAft>
      <a:defRPr sz="1200" kern="1200">
        <a:solidFill>
          <a:schemeClr val="tx1"/>
        </a:solidFill>
        <a:latin typeface="Times New Roman"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en-US" altLang="zh-CN" dirty="0"/>
          </a:p>
        </p:txBody>
      </p:sp>
      <p:sp>
        <p:nvSpPr>
          <p:cNvPr id="4" name="投影片編號版面配置區 3"/>
          <p:cNvSpPr>
            <a:spLocks noGrp="1"/>
          </p:cNvSpPr>
          <p:nvPr>
            <p:ph type="sldNum" sz="quarter" idx="5"/>
          </p:nvPr>
        </p:nvSpPr>
        <p:spPr/>
        <p:txBody>
          <a:bodyPr/>
          <a:lstStyle/>
          <a:p>
            <a:fld id="{EFEEF92B-1F34-4B78-9B34-7BA20DF0BB14}" type="slidenum">
              <a:rPr lang="zh-TW" altLang="en-US" smtClean="0"/>
              <a:t>1</a:t>
            </a:fld>
            <a:endParaRPr lang="zh-TW" altLang="en-US"/>
          </a:p>
        </p:txBody>
      </p:sp>
    </p:spTree>
    <p:extLst>
      <p:ext uri="{BB962C8B-B14F-4D97-AF65-F5344CB8AC3E}">
        <p14:creationId xmlns:p14="http://schemas.microsoft.com/office/powerpoint/2010/main" val="296076566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標題投影片">
    <p:spTree>
      <p:nvGrpSpPr>
        <p:cNvPr id="1" name=""/>
        <p:cNvGrpSpPr/>
        <p:nvPr/>
      </p:nvGrpSpPr>
      <p:grpSpPr>
        <a:xfrm>
          <a:off x="0" y="0"/>
          <a:ext cx="0" cy="0"/>
          <a:chOff x="0" y="0"/>
          <a:chExt cx="0" cy="0"/>
        </a:xfrm>
      </p:grpSpPr>
      <p:grpSp>
        <p:nvGrpSpPr>
          <p:cNvPr id="5" name="McK Title Elements"/>
          <p:cNvGrpSpPr>
            <a:grpSpLocks/>
          </p:cNvGrpSpPr>
          <p:nvPr userDrawn="1"/>
        </p:nvGrpSpPr>
        <p:grpSpPr bwMode="auto">
          <a:xfrm>
            <a:off x="3520173" y="2139950"/>
            <a:ext cx="6703779" cy="4510088"/>
            <a:chOff x="1663" y="1348"/>
            <a:chExt cx="3167" cy="2841"/>
          </a:xfrm>
        </p:grpSpPr>
        <p:sp>
          <p:nvSpPr>
            <p:cNvPr id="6" name="McK Confidential" hidden="1"/>
            <p:cNvSpPr txBox="1">
              <a:spLocks noChangeArrowheads="1"/>
            </p:cNvSpPr>
            <p:nvPr userDrawn="1"/>
          </p:nvSpPr>
          <p:spPr bwMode="auto">
            <a:xfrm>
              <a:off x="1663" y="1348"/>
              <a:ext cx="936"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4000" b="1">
                  <a:solidFill>
                    <a:schemeClr val="tx1"/>
                  </a:solidFill>
                  <a:latin typeface="Arial" charset="0"/>
                  <a:ea typeface="华文楷体" pitchFamily="2" charset="-122"/>
                </a:defRPr>
              </a:lvl1pPr>
              <a:lvl2pPr marL="742950" indent="-285750" eaLnBrk="0" hangingPunct="0">
                <a:defRPr sz="4000" b="1">
                  <a:solidFill>
                    <a:schemeClr val="tx1"/>
                  </a:solidFill>
                  <a:latin typeface="Arial" charset="0"/>
                  <a:ea typeface="华文楷体" pitchFamily="2" charset="-122"/>
                </a:defRPr>
              </a:lvl2pPr>
              <a:lvl3pPr marL="1143000" indent="-228600" eaLnBrk="0" hangingPunct="0">
                <a:defRPr sz="4000" b="1">
                  <a:solidFill>
                    <a:schemeClr val="tx1"/>
                  </a:solidFill>
                  <a:latin typeface="Arial" charset="0"/>
                  <a:ea typeface="华文楷体" pitchFamily="2" charset="-122"/>
                </a:defRPr>
              </a:lvl3pPr>
              <a:lvl4pPr marL="1600200" indent="-228600" eaLnBrk="0" hangingPunct="0">
                <a:defRPr sz="4000" b="1">
                  <a:solidFill>
                    <a:schemeClr val="tx1"/>
                  </a:solidFill>
                  <a:latin typeface="Arial" charset="0"/>
                  <a:ea typeface="华文楷体" pitchFamily="2" charset="-122"/>
                </a:defRPr>
              </a:lvl4pPr>
              <a:lvl5pPr marL="2057400" indent="-228600" eaLnBrk="0" hangingPunct="0">
                <a:defRPr sz="4000" b="1">
                  <a:solidFill>
                    <a:schemeClr val="tx1"/>
                  </a:solidFill>
                  <a:latin typeface="Arial" charset="0"/>
                  <a:ea typeface="华文楷体" pitchFamily="2" charset="-122"/>
                </a:defRPr>
              </a:lvl5pPr>
              <a:lvl6pPr marL="2514600" indent="-228600"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eaLnBrk="0" fontAlgn="base" hangingPunct="0">
                <a:spcBef>
                  <a:spcPct val="0"/>
                </a:spcBef>
                <a:spcAft>
                  <a:spcPct val="0"/>
                </a:spcAft>
                <a:defRPr sz="4000" b="1">
                  <a:solidFill>
                    <a:schemeClr val="tx1"/>
                  </a:solidFill>
                  <a:latin typeface="Arial" charset="0"/>
                  <a:ea typeface="华文楷体" pitchFamily="2" charset="-122"/>
                </a:defRPr>
              </a:lvl9pPr>
            </a:lstStyle>
            <a:p>
              <a:pPr eaLnBrk="1" hangingPunct="1">
                <a:defRPr/>
              </a:pPr>
              <a:r>
                <a:rPr lang="en-US" altLang="zh-TW" sz="1400" b="0" dirty="0">
                  <a:ea typeface="新細明體" charset="-120"/>
                </a:rPr>
                <a:t>CONFIDENTIAL</a:t>
              </a:r>
            </a:p>
          </p:txBody>
        </p:sp>
        <p:sp>
          <p:nvSpPr>
            <p:cNvPr id="7" name="McK Document" hidden="1"/>
            <p:cNvSpPr txBox="1">
              <a:spLocks noChangeArrowheads="1"/>
            </p:cNvSpPr>
            <p:nvPr userDrawn="1"/>
          </p:nvSpPr>
          <p:spPr bwMode="auto">
            <a:xfrm>
              <a:off x="1663" y="3047"/>
              <a:ext cx="3167"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eaLnBrk="0" hangingPunct="0">
                <a:defRPr sz="4000" b="1">
                  <a:solidFill>
                    <a:schemeClr val="tx1"/>
                  </a:solidFill>
                  <a:latin typeface="Arial" charset="0"/>
                  <a:ea typeface="华文楷体" pitchFamily="2" charset="-122"/>
                </a:defRPr>
              </a:lvl1pPr>
              <a:lvl2pPr marL="742950" indent="-285750" eaLnBrk="0" hangingPunct="0">
                <a:defRPr sz="4000" b="1">
                  <a:solidFill>
                    <a:schemeClr val="tx1"/>
                  </a:solidFill>
                  <a:latin typeface="Arial" charset="0"/>
                  <a:ea typeface="华文楷体" pitchFamily="2" charset="-122"/>
                </a:defRPr>
              </a:lvl2pPr>
              <a:lvl3pPr marL="1143000" indent="-228600" eaLnBrk="0" hangingPunct="0">
                <a:defRPr sz="4000" b="1">
                  <a:solidFill>
                    <a:schemeClr val="tx1"/>
                  </a:solidFill>
                  <a:latin typeface="Arial" charset="0"/>
                  <a:ea typeface="华文楷体" pitchFamily="2" charset="-122"/>
                </a:defRPr>
              </a:lvl3pPr>
              <a:lvl4pPr marL="1600200" indent="-228600" eaLnBrk="0" hangingPunct="0">
                <a:defRPr sz="4000" b="1">
                  <a:solidFill>
                    <a:schemeClr val="tx1"/>
                  </a:solidFill>
                  <a:latin typeface="Arial" charset="0"/>
                  <a:ea typeface="华文楷体" pitchFamily="2" charset="-122"/>
                </a:defRPr>
              </a:lvl4pPr>
              <a:lvl5pPr marL="2057400" indent="-228600" eaLnBrk="0" hangingPunct="0">
                <a:defRPr sz="4000" b="1">
                  <a:solidFill>
                    <a:schemeClr val="tx1"/>
                  </a:solidFill>
                  <a:latin typeface="Arial" charset="0"/>
                  <a:ea typeface="华文楷体" pitchFamily="2" charset="-122"/>
                </a:defRPr>
              </a:lvl5pPr>
              <a:lvl6pPr marL="2514600" indent="-228600"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eaLnBrk="0" fontAlgn="base" hangingPunct="0">
                <a:spcBef>
                  <a:spcPct val="0"/>
                </a:spcBef>
                <a:spcAft>
                  <a:spcPct val="0"/>
                </a:spcAft>
                <a:defRPr sz="4000" b="1">
                  <a:solidFill>
                    <a:schemeClr val="tx1"/>
                  </a:solidFill>
                  <a:latin typeface="Arial" charset="0"/>
                  <a:ea typeface="华文楷体" pitchFamily="2" charset="-122"/>
                </a:defRPr>
              </a:lvl9pPr>
            </a:lstStyle>
            <a:p>
              <a:pPr eaLnBrk="1" hangingPunct="1">
                <a:defRPr/>
              </a:pPr>
              <a:r>
                <a:rPr lang="en-US" altLang="zh-TW" sz="1400" b="0" dirty="0">
                  <a:ea typeface="新細明體" charset="-120"/>
                </a:rPr>
                <a:t>Document</a:t>
              </a:r>
            </a:p>
          </p:txBody>
        </p:sp>
        <p:sp>
          <p:nvSpPr>
            <p:cNvPr id="8" name="McK Date" hidden="1"/>
            <p:cNvSpPr txBox="1">
              <a:spLocks noChangeArrowheads="1"/>
            </p:cNvSpPr>
            <p:nvPr userDrawn="1"/>
          </p:nvSpPr>
          <p:spPr bwMode="auto">
            <a:xfrm>
              <a:off x="1663" y="3216"/>
              <a:ext cx="3167"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4000" b="1">
                  <a:solidFill>
                    <a:schemeClr val="tx1"/>
                  </a:solidFill>
                  <a:latin typeface="Arial" charset="0"/>
                  <a:ea typeface="华文楷体" pitchFamily="2" charset="-122"/>
                </a:defRPr>
              </a:lvl1pPr>
              <a:lvl2pPr marL="742950" indent="-285750" eaLnBrk="0" hangingPunct="0">
                <a:defRPr sz="4000" b="1">
                  <a:solidFill>
                    <a:schemeClr val="tx1"/>
                  </a:solidFill>
                  <a:latin typeface="Arial" charset="0"/>
                  <a:ea typeface="华文楷体" pitchFamily="2" charset="-122"/>
                </a:defRPr>
              </a:lvl2pPr>
              <a:lvl3pPr marL="1143000" indent="-228600" eaLnBrk="0" hangingPunct="0">
                <a:defRPr sz="4000" b="1">
                  <a:solidFill>
                    <a:schemeClr val="tx1"/>
                  </a:solidFill>
                  <a:latin typeface="Arial" charset="0"/>
                  <a:ea typeface="华文楷体" pitchFamily="2" charset="-122"/>
                </a:defRPr>
              </a:lvl3pPr>
              <a:lvl4pPr marL="1600200" indent="-228600" eaLnBrk="0" hangingPunct="0">
                <a:defRPr sz="4000" b="1">
                  <a:solidFill>
                    <a:schemeClr val="tx1"/>
                  </a:solidFill>
                  <a:latin typeface="Arial" charset="0"/>
                  <a:ea typeface="华文楷体" pitchFamily="2" charset="-122"/>
                </a:defRPr>
              </a:lvl4pPr>
              <a:lvl5pPr marL="2057400" indent="-228600" eaLnBrk="0" hangingPunct="0">
                <a:defRPr sz="4000" b="1">
                  <a:solidFill>
                    <a:schemeClr val="tx1"/>
                  </a:solidFill>
                  <a:latin typeface="Arial" charset="0"/>
                  <a:ea typeface="华文楷体" pitchFamily="2" charset="-122"/>
                </a:defRPr>
              </a:lvl5pPr>
              <a:lvl6pPr marL="2514600" indent="-228600"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eaLnBrk="0" fontAlgn="base" hangingPunct="0">
                <a:spcBef>
                  <a:spcPct val="0"/>
                </a:spcBef>
                <a:spcAft>
                  <a:spcPct val="0"/>
                </a:spcAft>
                <a:defRPr sz="4000" b="1">
                  <a:solidFill>
                    <a:schemeClr val="tx1"/>
                  </a:solidFill>
                  <a:latin typeface="Arial" charset="0"/>
                  <a:ea typeface="华文楷体" pitchFamily="2" charset="-122"/>
                </a:defRPr>
              </a:lvl9pPr>
            </a:lstStyle>
            <a:p>
              <a:pPr eaLnBrk="1" hangingPunct="1">
                <a:defRPr/>
              </a:pPr>
              <a:r>
                <a:rPr lang="en-US" altLang="zh-TW" sz="1400" b="0" dirty="0">
                  <a:ea typeface="新細明體" charset="-120"/>
                </a:rPr>
                <a:t>Date</a:t>
              </a:r>
            </a:p>
          </p:txBody>
        </p:sp>
        <p:sp>
          <p:nvSpPr>
            <p:cNvPr id="9" name="McK Disclaimer" hidden="1"/>
            <p:cNvSpPr>
              <a:spLocks noChangeArrowheads="1"/>
            </p:cNvSpPr>
            <p:nvPr userDrawn="1">
              <p:custDataLst>
                <p:tags r:id="rId1"/>
              </p:custDataLst>
            </p:nvPr>
          </p:nvSpPr>
          <p:spPr bwMode="auto">
            <a:xfrm>
              <a:off x="1663" y="3840"/>
              <a:ext cx="2303"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defTabSz="804863" eaLnBrk="0" hangingPunct="0">
                <a:defRPr sz="4000" b="1">
                  <a:solidFill>
                    <a:schemeClr val="tx1"/>
                  </a:solidFill>
                  <a:latin typeface="Arial" charset="0"/>
                  <a:ea typeface="华文楷体" pitchFamily="2" charset="-122"/>
                </a:defRPr>
              </a:lvl1pPr>
              <a:lvl2pPr marL="742950" indent="-285750" defTabSz="804863" eaLnBrk="0" hangingPunct="0">
                <a:defRPr sz="4000" b="1">
                  <a:solidFill>
                    <a:schemeClr val="tx1"/>
                  </a:solidFill>
                  <a:latin typeface="Arial" charset="0"/>
                  <a:ea typeface="华文楷体" pitchFamily="2" charset="-122"/>
                </a:defRPr>
              </a:lvl2pPr>
              <a:lvl3pPr marL="1143000" indent="-228600" defTabSz="804863" eaLnBrk="0" hangingPunct="0">
                <a:defRPr sz="4000" b="1">
                  <a:solidFill>
                    <a:schemeClr val="tx1"/>
                  </a:solidFill>
                  <a:latin typeface="Arial" charset="0"/>
                  <a:ea typeface="华文楷体" pitchFamily="2" charset="-122"/>
                </a:defRPr>
              </a:lvl3pPr>
              <a:lvl4pPr marL="1600200" indent="-228600" defTabSz="804863" eaLnBrk="0" hangingPunct="0">
                <a:defRPr sz="4000" b="1">
                  <a:solidFill>
                    <a:schemeClr val="tx1"/>
                  </a:solidFill>
                  <a:latin typeface="Arial" charset="0"/>
                  <a:ea typeface="华文楷体" pitchFamily="2" charset="-122"/>
                </a:defRPr>
              </a:lvl4pPr>
              <a:lvl5pPr marL="2057400" indent="-228600" defTabSz="804863" eaLnBrk="0" hangingPunct="0">
                <a:defRPr sz="4000" b="1">
                  <a:solidFill>
                    <a:schemeClr val="tx1"/>
                  </a:solidFill>
                  <a:latin typeface="Arial" charset="0"/>
                  <a:ea typeface="华文楷体" pitchFamily="2" charset="-122"/>
                </a:defRPr>
              </a:lvl5pPr>
              <a:lvl6pPr marL="2514600" indent="-228600" defTabSz="804863"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defTabSz="804863"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defTabSz="804863"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defTabSz="804863" eaLnBrk="0" fontAlgn="base" hangingPunct="0">
                <a:spcBef>
                  <a:spcPct val="0"/>
                </a:spcBef>
                <a:spcAft>
                  <a:spcPct val="0"/>
                </a:spcAft>
                <a:defRPr sz="4000" b="1">
                  <a:solidFill>
                    <a:schemeClr val="tx1"/>
                  </a:solidFill>
                  <a:latin typeface="Arial" charset="0"/>
                  <a:ea typeface="华文楷体" pitchFamily="2" charset="-122"/>
                </a:defRPr>
              </a:lvl9pPr>
            </a:lstStyle>
            <a:p>
              <a:pPr>
                <a:defRPr/>
              </a:pPr>
              <a:r>
                <a:rPr lang="en-US" altLang="zh-TW" sz="900" b="0" dirty="0">
                  <a:ea typeface="新細明體" charset="-120"/>
                </a:rPr>
                <a:t>This report is solely for the use of client personnel.  No part of it may be circulated, quoted, or reproduced for distribution outside the client organization without prior written approval from McKinsey &amp; Company. This material was used by McKinsey &amp; Company during an oral presentation; it is not a complete record of the discussion.</a:t>
              </a:r>
            </a:p>
          </p:txBody>
        </p:sp>
      </p:grpSp>
      <p:sp>
        <p:nvSpPr>
          <p:cNvPr id="10" name="Line 197"/>
          <p:cNvSpPr>
            <a:spLocks noChangeShapeType="1"/>
          </p:cNvSpPr>
          <p:nvPr userDrawn="1"/>
        </p:nvSpPr>
        <p:spPr bwMode="auto">
          <a:xfrm>
            <a:off x="1111300" y="2970213"/>
            <a:ext cx="9830235" cy="0"/>
          </a:xfrm>
          <a:prstGeom prst="line">
            <a:avLst/>
          </a:prstGeom>
          <a:noFill/>
          <a:ln w="15875">
            <a:solidFill>
              <a:srgbClr val="FF0000"/>
            </a:solidFill>
            <a:round/>
            <a:headEnd/>
            <a:tailEnd/>
          </a:ln>
          <a:extLst>
            <a:ext uri="{909E8E84-426E-40DD-AFC4-6F175D3DCCD1}">
              <a14:hiddenFill xmlns:a14="http://schemas.microsoft.com/office/drawing/2010/main">
                <a:noFill/>
              </a14:hiddenFill>
            </a:ext>
          </a:extLst>
        </p:spPr>
        <p:txBody>
          <a:bodyPr/>
          <a:lstStyle/>
          <a:p>
            <a:endParaRPr lang="zh-TW" altLang="en-US" sz="4000">
              <a:latin typeface="微軟正黑體" panose="020B0604030504040204" pitchFamily="34" charset="-120"/>
              <a:ea typeface="微軟正黑體" panose="020B0604030504040204" pitchFamily="34" charset="-120"/>
            </a:endParaRPr>
          </a:p>
        </p:txBody>
      </p:sp>
      <p:sp>
        <p:nvSpPr>
          <p:cNvPr id="15" name="標題 1"/>
          <p:cNvSpPr>
            <a:spLocks noGrp="1"/>
          </p:cNvSpPr>
          <p:nvPr>
            <p:ph type="title"/>
          </p:nvPr>
        </p:nvSpPr>
        <p:spPr>
          <a:xfrm>
            <a:off x="2079903" y="2259106"/>
            <a:ext cx="7996871" cy="703262"/>
          </a:xfrm>
          <a:prstGeom prst="rect">
            <a:avLst/>
          </a:prstGeom>
        </p:spPr>
        <p:txBody>
          <a:bodyPr anchor="ctr"/>
          <a:lstStyle>
            <a:lvl1pPr algn="ctr">
              <a:defRPr sz="3600">
                <a:solidFill>
                  <a:schemeClr val="tx1"/>
                </a:solidFill>
                <a:latin typeface="微軟正黑體" panose="020B0604030504040204" pitchFamily="34" charset="-120"/>
                <a:ea typeface="微軟正黑體" panose="020B0604030504040204" pitchFamily="34" charset="-120"/>
              </a:defRPr>
            </a:lvl1pPr>
          </a:lstStyle>
          <a:p>
            <a:r>
              <a:rPr lang="zh-TW" altLang="en-US" dirty="0"/>
              <a:t>按一下以編輯母片標題樣式</a:t>
            </a:r>
          </a:p>
        </p:txBody>
      </p:sp>
      <p:sp>
        <p:nvSpPr>
          <p:cNvPr id="19" name="文字版面配置區 3"/>
          <p:cNvSpPr>
            <a:spLocks noGrp="1"/>
          </p:cNvSpPr>
          <p:nvPr>
            <p:ph type="body" sz="half" idx="2"/>
          </p:nvPr>
        </p:nvSpPr>
        <p:spPr>
          <a:xfrm>
            <a:off x="3066066" y="4400365"/>
            <a:ext cx="6372818" cy="548154"/>
          </a:xfrm>
          <a:prstGeom prst="rect">
            <a:avLst/>
          </a:prstGeom>
        </p:spPr>
        <p:txBody>
          <a:bodyPr anchor="ctr"/>
          <a:lstStyle>
            <a:lvl1pPr marL="0" indent="0" algn="ctr">
              <a:buNone/>
              <a:defRPr sz="2800" b="1">
                <a:latin typeface="微軟正黑體" panose="020B0604030504040204" pitchFamily="34" charset="-120"/>
                <a:ea typeface="微軟正黑體" panose="020B0604030504040204" pitchFamily="34" charset="-12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20" name="文字版面配置區 3"/>
          <p:cNvSpPr>
            <a:spLocks noGrp="1"/>
          </p:cNvSpPr>
          <p:nvPr>
            <p:ph type="body" sz="half" idx="10"/>
          </p:nvPr>
        </p:nvSpPr>
        <p:spPr>
          <a:xfrm>
            <a:off x="3711555" y="5472955"/>
            <a:ext cx="5020457" cy="406681"/>
          </a:xfrm>
          <a:prstGeom prst="rect">
            <a:avLst/>
          </a:prstGeom>
        </p:spPr>
        <p:txBody>
          <a:bodyPr anchor="ctr"/>
          <a:lstStyle>
            <a:lvl1pPr marL="0" indent="0" algn="ctr">
              <a:buNone/>
              <a:defRPr sz="1600" b="1">
                <a:latin typeface="微軟正黑體" panose="020B0604030504040204" pitchFamily="34" charset="-120"/>
                <a:ea typeface="微軟正黑體" panose="020B0604030504040204" pitchFamily="34" charset="-12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12" name="矩形 9">
            <a:extLst>
              <a:ext uri="{FF2B5EF4-FFF2-40B4-BE49-F238E27FC236}">
                <a16:creationId xmlns:a16="http://schemas.microsoft.com/office/drawing/2014/main" id="{C49153D8-EE6D-4D27-86FE-B38230D90C48}"/>
              </a:ext>
            </a:extLst>
          </p:cNvPr>
          <p:cNvSpPr>
            <a:spLocks noChangeArrowheads="1"/>
          </p:cNvSpPr>
          <p:nvPr userDrawn="1"/>
        </p:nvSpPr>
        <p:spPr bwMode="auto">
          <a:xfrm>
            <a:off x="16935" y="6470902"/>
            <a:ext cx="520723" cy="223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lvl1pPr eaLnBrk="0" hangingPunct="0">
              <a:defRPr sz="4000" b="1">
                <a:solidFill>
                  <a:schemeClr val="tx1"/>
                </a:solidFill>
                <a:latin typeface="Arial" charset="0"/>
                <a:ea typeface="华文楷体" pitchFamily="2" charset="-122"/>
              </a:defRPr>
            </a:lvl1pPr>
            <a:lvl2pPr marL="742950" indent="-285750" eaLnBrk="0" hangingPunct="0">
              <a:defRPr sz="4000" b="1">
                <a:solidFill>
                  <a:schemeClr val="tx1"/>
                </a:solidFill>
                <a:latin typeface="Arial" charset="0"/>
                <a:ea typeface="华文楷体" pitchFamily="2" charset="-122"/>
              </a:defRPr>
            </a:lvl2pPr>
            <a:lvl3pPr marL="1143000" indent="-228600" eaLnBrk="0" hangingPunct="0">
              <a:defRPr sz="4000" b="1">
                <a:solidFill>
                  <a:schemeClr val="tx1"/>
                </a:solidFill>
                <a:latin typeface="Arial" charset="0"/>
                <a:ea typeface="华文楷体" pitchFamily="2" charset="-122"/>
              </a:defRPr>
            </a:lvl3pPr>
            <a:lvl4pPr marL="1600200" indent="-228600" eaLnBrk="0" hangingPunct="0">
              <a:defRPr sz="4000" b="1">
                <a:solidFill>
                  <a:schemeClr val="tx1"/>
                </a:solidFill>
                <a:latin typeface="Arial" charset="0"/>
                <a:ea typeface="华文楷体" pitchFamily="2" charset="-122"/>
              </a:defRPr>
            </a:lvl4pPr>
            <a:lvl5pPr marL="2057400" indent="-228600" eaLnBrk="0" hangingPunct="0">
              <a:defRPr sz="4000" b="1">
                <a:solidFill>
                  <a:schemeClr val="tx1"/>
                </a:solidFill>
                <a:latin typeface="Arial" charset="0"/>
                <a:ea typeface="华文楷体" pitchFamily="2" charset="-122"/>
              </a:defRPr>
            </a:lvl5pPr>
            <a:lvl6pPr marL="2514600" indent="-228600"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eaLnBrk="0" fontAlgn="base" hangingPunct="0">
              <a:spcBef>
                <a:spcPct val="0"/>
              </a:spcBef>
              <a:spcAft>
                <a:spcPct val="0"/>
              </a:spcAft>
              <a:defRPr sz="4000" b="1">
                <a:solidFill>
                  <a:schemeClr val="tx1"/>
                </a:solidFill>
                <a:latin typeface="Arial" charset="0"/>
                <a:ea typeface="华文楷体" pitchFamily="2" charset="-122"/>
              </a:defRPr>
            </a:lvl9pPr>
          </a:lstStyle>
          <a:p>
            <a:pPr algn="ctr" eaLnBrk="1" hangingPunct="1">
              <a:lnSpc>
                <a:spcPts val="1000"/>
              </a:lnSpc>
              <a:defRPr/>
            </a:pPr>
            <a:fld id="{B24A712F-B284-4871-8CF9-DC6E056DBACF}" type="slidenum">
              <a:rPr lang="en-US" altLang="zh-TW" sz="1200" b="0" smtClean="0">
                <a:ea typeface="微軟正黑體" pitchFamily="34" charset="-120"/>
              </a:rPr>
              <a:pPr algn="ctr" eaLnBrk="1" hangingPunct="1">
                <a:lnSpc>
                  <a:spcPts val="1000"/>
                </a:lnSpc>
                <a:defRPr/>
              </a:pPr>
              <a:t>‹#›</a:t>
            </a:fld>
            <a:endParaRPr lang="en-US" altLang="zh-TW" sz="1200" b="0" dirty="0">
              <a:ea typeface="微軟正黑體" pitchFamily="34" charset="-120"/>
            </a:endParaRPr>
          </a:p>
        </p:txBody>
      </p:sp>
      <p:pic>
        <p:nvPicPr>
          <p:cNvPr id="3" name="圖片 2">
            <a:extLst>
              <a:ext uri="{FF2B5EF4-FFF2-40B4-BE49-F238E27FC236}">
                <a16:creationId xmlns:a16="http://schemas.microsoft.com/office/drawing/2014/main" id="{1229A1A4-1A3F-439A-A3A5-B9989F490939}"/>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94852" y="293095"/>
            <a:ext cx="1785770" cy="556780"/>
          </a:xfrm>
          <a:prstGeom prst="rect">
            <a:avLst/>
          </a:prstGeom>
        </p:spPr>
      </p:pic>
    </p:spTree>
    <p:extLst>
      <p:ext uri="{BB962C8B-B14F-4D97-AF65-F5344CB8AC3E}">
        <p14:creationId xmlns:p14="http://schemas.microsoft.com/office/powerpoint/2010/main" val="3700806302"/>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只有標題">
    <p:spTree>
      <p:nvGrpSpPr>
        <p:cNvPr id="1" name=""/>
        <p:cNvGrpSpPr/>
        <p:nvPr/>
      </p:nvGrpSpPr>
      <p:grpSpPr>
        <a:xfrm>
          <a:off x="0" y="0"/>
          <a:ext cx="0" cy="0"/>
          <a:chOff x="0" y="0"/>
          <a:chExt cx="0" cy="0"/>
        </a:xfrm>
      </p:grpSpPr>
      <p:sp>
        <p:nvSpPr>
          <p:cNvPr id="5" name="標題 1"/>
          <p:cNvSpPr>
            <a:spLocks noGrp="1"/>
          </p:cNvSpPr>
          <p:nvPr>
            <p:ph type="title"/>
          </p:nvPr>
        </p:nvSpPr>
        <p:spPr>
          <a:xfrm>
            <a:off x="358605" y="147918"/>
            <a:ext cx="11116727" cy="622580"/>
          </a:xfrm>
          <a:prstGeom prst="rect">
            <a:avLst/>
          </a:prstGeom>
        </p:spPr>
        <p:txBody>
          <a:bodyPr anchor="ctr"/>
          <a:lstStyle>
            <a:lvl1pPr algn="l">
              <a:defRPr sz="3200" b="0">
                <a:solidFill>
                  <a:schemeClr val="tx1"/>
                </a:solidFill>
                <a:latin typeface="微軟正黑體" panose="020B0604030504040204" pitchFamily="34" charset="-120"/>
                <a:ea typeface="微軟正黑體" panose="020B0604030504040204" pitchFamily="34" charset="-120"/>
              </a:defRPr>
            </a:lvl1pPr>
          </a:lstStyle>
          <a:p>
            <a:r>
              <a:rPr lang="zh-TW" altLang="en-US" dirty="0"/>
              <a:t>按一下以編輯母片標題樣式</a:t>
            </a:r>
          </a:p>
        </p:txBody>
      </p:sp>
    </p:spTree>
    <p:extLst>
      <p:ext uri="{BB962C8B-B14F-4D97-AF65-F5344CB8AC3E}">
        <p14:creationId xmlns:p14="http://schemas.microsoft.com/office/powerpoint/2010/main" val="3332627295"/>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標題及物件">
    <p:spTree>
      <p:nvGrpSpPr>
        <p:cNvPr id="1" name=""/>
        <p:cNvGrpSpPr/>
        <p:nvPr/>
      </p:nvGrpSpPr>
      <p:grpSpPr>
        <a:xfrm>
          <a:off x="0" y="0"/>
          <a:ext cx="0" cy="0"/>
          <a:chOff x="0" y="0"/>
          <a:chExt cx="0" cy="0"/>
        </a:xfrm>
      </p:grpSpPr>
      <p:sp>
        <p:nvSpPr>
          <p:cNvPr id="5" name="標題 1"/>
          <p:cNvSpPr>
            <a:spLocks noGrp="1"/>
          </p:cNvSpPr>
          <p:nvPr>
            <p:ph type="title"/>
          </p:nvPr>
        </p:nvSpPr>
        <p:spPr>
          <a:xfrm>
            <a:off x="358605" y="147918"/>
            <a:ext cx="11116727" cy="622580"/>
          </a:xfrm>
          <a:prstGeom prst="rect">
            <a:avLst/>
          </a:prstGeom>
        </p:spPr>
        <p:txBody>
          <a:bodyPr anchor="ctr"/>
          <a:lstStyle>
            <a:lvl1pPr algn="l">
              <a:defRPr sz="3200" b="0">
                <a:solidFill>
                  <a:schemeClr val="tx1"/>
                </a:solidFill>
                <a:latin typeface="微軟正黑體" panose="020B0604030504040204" pitchFamily="34" charset="-120"/>
                <a:ea typeface="微軟正黑體" panose="020B0604030504040204" pitchFamily="34" charset="-120"/>
              </a:defRPr>
            </a:lvl1pPr>
          </a:lstStyle>
          <a:p>
            <a:r>
              <a:rPr lang="zh-TW" altLang="en-US" dirty="0"/>
              <a:t>按一下以編輯母片標題樣式</a:t>
            </a:r>
          </a:p>
        </p:txBody>
      </p:sp>
      <p:sp>
        <p:nvSpPr>
          <p:cNvPr id="3" name="內容版面配置區 2"/>
          <p:cNvSpPr>
            <a:spLocks noGrp="1"/>
          </p:cNvSpPr>
          <p:nvPr>
            <p:ph sz="quarter" idx="10"/>
          </p:nvPr>
        </p:nvSpPr>
        <p:spPr>
          <a:xfrm>
            <a:off x="397951" y="889000"/>
            <a:ext cx="11110876" cy="5365750"/>
          </a:xfrm>
          <a:prstGeom prst="rect">
            <a:avLst/>
          </a:prstGeom>
        </p:spPr>
        <p:txBody>
          <a:bodyPr/>
          <a:lstStyle>
            <a:lvl1pPr>
              <a:spcBef>
                <a:spcPts val="0"/>
              </a:spcBef>
              <a:spcAft>
                <a:spcPts val="600"/>
              </a:spcAft>
              <a:defRPr sz="2400">
                <a:latin typeface="微軟正黑體" panose="020B0604030504040204" pitchFamily="34" charset="-120"/>
                <a:ea typeface="微軟正黑體" panose="020B0604030504040204" pitchFamily="34" charset="-120"/>
                <a:cs typeface="Arial" panose="020B0604020202020204" pitchFamily="34" charset="0"/>
              </a:defRPr>
            </a:lvl1pPr>
            <a:lvl2pPr marL="144463" indent="-142875">
              <a:spcBef>
                <a:spcPts val="0"/>
              </a:spcBef>
              <a:spcAft>
                <a:spcPts val="600"/>
              </a:spcAft>
              <a:buFont typeface="Wingdings" panose="05000000000000000000" pitchFamily="2" charset="2"/>
              <a:buChar char="n"/>
              <a:defRPr sz="2000">
                <a:latin typeface="微軟正黑體" panose="020B0604030504040204" pitchFamily="34" charset="-120"/>
                <a:ea typeface="微軟正黑體" panose="020B0604030504040204" pitchFamily="34" charset="-120"/>
                <a:cs typeface="Arial" panose="020B0604020202020204" pitchFamily="34" charset="0"/>
              </a:defRPr>
            </a:lvl2pPr>
            <a:lvl3pPr marL="295275" indent="-149225">
              <a:spcBef>
                <a:spcPts val="0"/>
              </a:spcBef>
              <a:spcAft>
                <a:spcPts val="600"/>
              </a:spcAft>
              <a:buFont typeface="Wingdings" panose="05000000000000000000" pitchFamily="2" charset="2"/>
              <a:buChar char="l"/>
              <a:defRPr sz="1800">
                <a:latin typeface="微軟正黑體" panose="020B0604030504040204" pitchFamily="34" charset="-120"/>
                <a:ea typeface="微軟正黑體" panose="020B0604030504040204" pitchFamily="34" charset="-120"/>
                <a:cs typeface="Arial" panose="020B0604020202020204" pitchFamily="34" charset="0"/>
              </a:defRPr>
            </a:lvl3pPr>
            <a:lvl4pPr marL="431800" indent="-134938">
              <a:spcBef>
                <a:spcPts val="0"/>
              </a:spcBef>
              <a:spcAft>
                <a:spcPts val="600"/>
              </a:spcAft>
              <a:buFont typeface="Wingdings" panose="05000000000000000000" pitchFamily="2" charset="2"/>
              <a:buChar char="u"/>
              <a:defRPr sz="1600">
                <a:latin typeface="微軟正黑體" panose="020B0604030504040204" pitchFamily="34" charset="-120"/>
                <a:ea typeface="微軟正黑體" panose="020B0604030504040204" pitchFamily="34" charset="-120"/>
                <a:cs typeface="Arial" panose="020B0604020202020204" pitchFamily="34" charset="0"/>
              </a:defRPr>
            </a:lvl4pPr>
            <a:lvl5pPr marL="582613" indent="-149225">
              <a:spcBef>
                <a:spcPts val="0"/>
              </a:spcBef>
              <a:spcAft>
                <a:spcPts val="600"/>
              </a:spcAft>
              <a:buFont typeface="Arial" panose="020B0604020202020204" pitchFamily="34" charset="0"/>
              <a:buChar char="•"/>
              <a:defRPr sz="1400">
                <a:latin typeface="微軟正黑體" panose="020B0604030504040204" pitchFamily="34" charset="-120"/>
                <a:ea typeface="微軟正黑體" panose="020B0604030504040204" pitchFamily="34" charset="-120"/>
                <a:cs typeface="Arial" panose="020B0604020202020204" pitchFamily="34" charset="0"/>
              </a:defRPr>
            </a:lvl5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Tree>
    <p:extLst>
      <p:ext uri="{BB962C8B-B14F-4D97-AF65-F5344CB8AC3E}">
        <p14:creationId xmlns:p14="http://schemas.microsoft.com/office/powerpoint/2010/main" val="3718463153"/>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自訂版面配置">
    <p:spTree>
      <p:nvGrpSpPr>
        <p:cNvPr id="1" name=""/>
        <p:cNvGrpSpPr/>
        <p:nvPr/>
      </p:nvGrpSpPr>
      <p:grpSpPr>
        <a:xfrm>
          <a:off x="0" y="0"/>
          <a:ext cx="0" cy="0"/>
          <a:chOff x="0" y="0"/>
          <a:chExt cx="0" cy="0"/>
        </a:xfrm>
      </p:grpSpPr>
      <p:sp>
        <p:nvSpPr>
          <p:cNvPr id="4" name="內容版面配置區 3">
            <a:extLst>
              <a:ext uri="{FF2B5EF4-FFF2-40B4-BE49-F238E27FC236}">
                <a16:creationId xmlns:a16="http://schemas.microsoft.com/office/drawing/2014/main" id="{A8AE6801-0935-4DDB-9F1D-37BC2745F310}"/>
              </a:ext>
            </a:extLst>
          </p:cNvPr>
          <p:cNvSpPr>
            <a:spLocks noGrp="1"/>
          </p:cNvSpPr>
          <p:nvPr>
            <p:ph sz="quarter" idx="10"/>
          </p:nvPr>
        </p:nvSpPr>
        <p:spPr>
          <a:xfrm>
            <a:off x="301725" y="904875"/>
            <a:ext cx="5522470" cy="5345113"/>
          </a:xfrm>
          <a:prstGeom prst="rect">
            <a:avLst/>
          </a:prstGeom>
        </p:spPr>
        <p:txBody>
          <a:bodyPr/>
          <a:lstStyle>
            <a:lvl1pPr>
              <a:lnSpc>
                <a:spcPts val="2200"/>
              </a:lnSpc>
              <a:defRPr>
                <a:latin typeface="微軟正黑體" panose="020B0604030504040204" pitchFamily="34" charset="-120"/>
                <a:ea typeface="微軟正黑體" panose="020B0604030504040204" pitchFamily="34" charset="-120"/>
              </a:defRPr>
            </a:lvl1pPr>
            <a:lvl2pPr marL="144463" indent="-142875">
              <a:lnSpc>
                <a:spcPts val="2200"/>
              </a:lnSpc>
              <a:buFont typeface="Wingdings" panose="05000000000000000000" pitchFamily="2" charset="2"/>
              <a:buChar char="n"/>
              <a:defRPr>
                <a:latin typeface="微軟正黑體" panose="020B0604030504040204" pitchFamily="34" charset="-120"/>
                <a:ea typeface="微軟正黑體" panose="020B0604030504040204" pitchFamily="34" charset="-120"/>
              </a:defRPr>
            </a:lvl2pPr>
            <a:lvl3pPr marL="295275" indent="-149225">
              <a:lnSpc>
                <a:spcPts val="2200"/>
              </a:lnSpc>
              <a:buFont typeface="Wingdings" panose="05000000000000000000" pitchFamily="2" charset="2"/>
              <a:buChar char="l"/>
              <a:defRPr>
                <a:latin typeface="微軟正黑體" panose="020B0604030504040204" pitchFamily="34" charset="-120"/>
                <a:ea typeface="微軟正黑體" panose="020B0604030504040204" pitchFamily="34" charset="-120"/>
              </a:defRPr>
            </a:lvl3pPr>
            <a:lvl4pPr marL="431800" indent="-134938">
              <a:lnSpc>
                <a:spcPts val="2200"/>
              </a:lnSpc>
              <a:buFont typeface="Wingdings" panose="05000000000000000000" pitchFamily="2" charset="2"/>
              <a:buChar char="u"/>
              <a:defRPr>
                <a:latin typeface="微軟正黑體" panose="020B0604030504040204" pitchFamily="34" charset="-120"/>
                <a:ea typeface="微軟正黑體" panose="020B0604030504040204" pitchFamily="34" charset="-120"/>
              </a:defRPr>
            </a:lvl4pPr>
            <a:lvl5pPr>
              <a:lnSpc>
                <a:spcPts val="2200"/>
              </a:lnSpc>
              <a:defRPr>
                <a:latin typeface="微軟正黑體" panose="020B0604030504040204" pitchFamily="34" charset="-120"/>
                <a:ea typeface="微軟正黑體" panose="020B0604030504040204" pitchFamily="34" charset="-120"/>
              </a:defRPr>
            </a:lvl5pPr>
          </a:lstStyle>
          <a:p>
            <a:pPr lvl="0"/>
            <a:r>
              <a:rPr lang="zh-TW" altLang="en-US" dirty="0"/>
              <a:t>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6" name="內容版面配置區 3">
            <a:extLst>
              <a:ext uri="{FF2B5EF4-FFF2-40B4-BE49-F238E27FC236}">
                <a16:creationId xmlns:a16="http://schemas.microsoft.com/office/drawing/2014/main" id="{C5A0BBB7-1B89-4C34-A1C9-9CEE207EB87D}"/>
              </a:ext>
            </a:extLst>
          </p:cNvPr>
          <p:cNvSpPr>
            <a:spLocks noGrp="1"/>
          </p:cNvSpPr>
          <p:nvPr>
            <p:ph sz="quarter" idx="11"/>
          </p:nvPr>
        </p:nvSpPr>
        <p:spPr>
          <a:xfrm>
            <a:off x="5991372" y="904875"/>
            <a:ext cx="5522470" cy="5345113"/>
          </a:xfrm>
          <a:prstGeom prst="rect">
            <a:avLst/>
          </a:prstGeom>
        </p:spPr>
        <p:txBody>
          <a:bodyPr/>
          <a:lstStyle>
            <a:lvl1pPr>
              <a:lnSpc>
                <a:spcPts val="2200"/>
              </a:lnSpc>
              <a:defRPr>
                <a:latin typeface="微軟正黑體" panose="020B0604030504040204" pitchFamily="34" charset="-120"/>
                <a:ea typeface="微軟正黑體" panose="020B0604030504040204" pitchFamily="34" charset="-120"/>
              </a:defRPr>
            </a:lvl1pPr>
            <a:lvl2pPr marL="144463" indent="-142875">
              <a:lnSpc>
                <a:spcPts val="2200"/>
              </a:lnSpc>
              <a:buFont typeface="Wingdings" panose="05000000000000000000" pitchFamily="2" charset="2"/>
              <a:buChar char="n"/>
              <a:defRPr>
                <a:latin typeface="微軟正黑體" panose="020B0604030504040204" pitchFamily="34" charset="-120"/>
                <a:ea typeface="微軟正黑體" panose="020B0604030504040204" pitchFamily="34" charset="-120"/>
              </a:defRPr>
            </a:lvl2pPr>
            <a:lvl3pPr marL="295275" indent="-149225">
              <a:lnSpc>
                <a:spcPts val="2200"/>
              </a:lnSpc>
              <a:buFont typeface="Wingdings" panose="05000000000000000000" pitchFamily="2" charset="2"/>
              <a:buChar char="l"/>
              <a:defRPr>
                <a:latin typeface="微軟正黑體" panose="020B0604030504040204" pitchFamily="34" charset="-120"/>
                <a:ea typeface="微軟正黑體" panose="020B0604030504040204" pitchFamily="34" charset="-120"/>
              </a:defRPr>
            </a:lvl3pPr>
            <a:lvl4pPr marL="431800" indent="-134938">
              <a:lnSpc>
                <a:spcPts val="2200"/>
              </a:lnSpc>
              <a:buFont typeface="Wingdings" panose="05000000000000000000" pitchFamily="2" charset="2"/>
              <a:buChar char="u"/>
              <a:defRPr>
                <a:latin typeface="微軟正黑體" panose="020B0604030504040204" pitchFamily="34" charset="-120"/>
                <a:ea typeface="微軟正黑體" panose="020B0604030504040204" pitchFamily="34" charset="-120"/>
              </a:defRPr>
            </a:lvl4pPr>
            <a:lvl5pPr>
              <a:lnSpc>
                <a:spcPts val="2200"/>
              </a:lnSpc>
              <a:defRPr>
                <a:latin typeface="微軟正黑體" panose="020B0604030504040204" pitchFamily="34" charset="-120"/>
                <a:ea typeface="微軟正黑體" panose="020B0604030504040204" pitchFamily="34" charset="-120"/>
              </a:defRPr>
            </a:lvl5pPr>
          </a:lstStyle>
          <a:p>
            <a:pPr lvl="0"/>
            <a:r>
              <a:rPr lang="zh-TW" altLang="en-US" dirty="0"/>
              <a:t>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7" name="標題 1">
            <a:extLst>
              <a:ext uri="{FF2B5EF4-FFF2-40B4-BE49-F238E27FC236}">
                <a16:creationId xmlns:a16="http://schemas.microsoft.com/office/drawing/2014/main" id="{D4E2322C-141C-48C2-8177-7FDD2D4D7FD8}"/>
              </a:ext>
            </a:extLst>
          </p:cNvPr>
          <p:cNvSpPr>
            <a:spLocks noGrp="1"/>
          </p:cNvSpPr>
          <p:nvPr>
            <p:ph type="title"/>
          </p:nvPr>
        </p:nvSpPr>
        <p:spPr>
          <a:xfrm>
            <a:off x="358605" y="147918"/>
            <a:ext cx="11116727" cy="622580"/>
          </a:xfrm>
          <a:prstGeom prst="rect">
            <a:avLst/>
          </a:prstGeom>
        </p:spPr>
        <p:txBody>
          <a:bodyPr anchor="ctr"/>
          <a:lstStyle>
            <a:lvl1pPr algn="l">
              <a:defRPr sz="3200" b="0">
                <a:solidFill>
                  <a:schemeClr val="tx1"/>
                </a:solidFill>
                <a:latin typeface="微軟正黑體" panose="020B0604030504040204" pitchFamily="34" charset="-120"/>
                <a:ea typeface="微軟正黑體" panose="020B0604030504040204" pitchFamily="34" charset="-120"/>
              </a:defRPr>
            </a:lvl1pPr>
          </a:lstStyle>
          <a:p>
            <a:r>
              <a:rPr lang="zh-TW" altLang="en-US" dirty="0"/>
              <a:t>按一下以編輯母片標題樣式</a:t>
            </a:r>
          </a:p>
        </p:txBody>
      </p:sp>
    </p:spTree>
    <p:extLst>
      <p:ext uri="{BB962C8B-B14F-4D97-AF65-F5344CB8AC3E}">
        <p14:creationId xmlns:p14="http://schemas.microsoft.com/office/powerpoint/2010/main" val="2840032455"/>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obj">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F4954E7-C321-4711-980B-653E429E727F}"/>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55D2E70A-BDBD-405C-8DF3-44E4D9290059}"/>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6C4C10D6-071C-4A4A-AB2F-B602F6EDD1CF}"/>
              </a:ext>
            </a:extLst>
          </p:cNvPr>
          <p:cNvSpPr>
            <a:spLocks noGrp="1"/>
          </p:cNvSpPr>
          <p:nvPr>
            <p:ph type="dt" sz="half" idx="10"/>
          </p:nvPr>
        </p:nvSpPr>
        <p:spPr/>
        <p:txBody>
          <a:bodyPr/>
          <a:lstStyle/>
          <a:p>
            <a:fld id="{4F08E256-5995-403C-894B-AAABC173ABA4}" type="datetimeFigureOut">
              <a:rPr lang="zh-TW" altLang="en-US" smtClean="0"/>
              <a:t>2023/12/4</a:t>
            </a:fld>
            <a:endParaRPr lang="zh-TW" altLang="en-US"/>
          </a:p>
        </p:txBody>
      </p:sp>
      <p:sp>
        <p:nvSpPr>
          <p:cNvPr id="5" name="頁尾版面配置區 4">
            <a:extLst>
              <a:ext uri="{FF2B5EF4-FFF2-40B4-BE49-F238E27FC236}">
                <a16:creationId xmlns:a16="http://schemas.microsoft.com/office/drawing/2014/main" id="{427CA7C5-B7AB-4F2E-90C1-050658362182}"/>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888B4B4D-2069-41D0-9FEE-109FC0F6761C}"/>
              </a:ext>
            </a:extLst>
          </p:cNvPr>
          <p:cNvSpPr>
            <a:spLocks noGrp="1"/>
          </p:cNvSpPr>
          <p:nvPr>
            <p:ph type="sldNum" sz="quarter" idx="12"/>
          </p:nvPr>
        </p:nvSpPr>
        <p:spPr/>
        <p:txBody>
          <a:bodyPr/>
          <a:lstStyle/>
          <a:p>
            <a:fld id="{CA2BE785-B859-44A9-BF3D-5E47C26ECBDA}" type="slidenum">
              <a:rPr lang="zh-TW" altLang="en-US" smtClean="0"/>
              <a:t>‹#›</a:t>
            </a:fld>
            <a:endParaRPr lang="zh-TW" altLang="en-US"/>
          </a:p>
        </p:txBody>
      </p:sp>
    </p:spTree>
    <p:extLst>
      <p:ext uri="{BB962C8B-B14F-4D97-AF65-F5344CB8AC3E}">
        <p14:creationId xmlns:p14="http://schemas.microsoft.com/office/powerpoint/2010/main" val="3657223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圖片 5">
            <a:extLst>
              <a:ext uri="{FF2B5EF4-FFF2-40B4-BE49-F238E27FC236}">
                <a16:creationId xmlns:a16="http://schemas.microsoft.com/office/drawing/2014/main" id="{C6665AEB-59FE-4F24-9CB8-A4FB48FA899A}"/>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50806" y="6155362"/>
            <a:ext cx="4570242" cy="731880"/>
          </a:xfrm>
          <a:prstGeom prst="rect">
            <a:avLst/>
          </a:prstGeom>
        </p:spPr>
      </p:pic>
      <p:sp>
        <p:nvSpPr>
          <p:cNvPr id="1026" name="Line 197"/>
          <p:cNvSpPr>
            <a:spLocks noChangeShapeType="1"/>
          </p:cNvSpPr>
          <p:nvPr userDrawn="1"/>
        </p:nvSpPr>
        <p:spPr bwMode="auto">
          <a:xfrm>
            <a:off x="304814" y="792163"/>
            <a:ext cx="11248465" cy="0"/>
          </a:xfrm>
          <a:prstGeom prst="line">
            <a:avLst/>
          </a:prstGeom>
          <a:noFill/>
          <a:ln w="15875">
            <a:solidFill>
              <a:srgbClr val="FF0000"/>
            </a:solidFill>
            <a:round/>
            <a:headEnd/>
            <a:tailEnd/>
          </a:ln>
          <a:extLst>
            <a:ext uri="{909E8E84-426E-40DD-AFC4-6F175D3DCCD1}">
              <a14:hiddenFill xmlns:a14="http://schemas.microsoft.com/office/drawing/2010/main">
                <a:noFill/>
              </a14:hiddenFill>
            </a:ext>
          </a:extLst>
        </p:spPr>
        <p:txBody>
          <a:bodyPr/>
          <a:lstStyle/>
          <a:p>
            <a:endParaRPr lang="zh-TW" altLang="en-US" sz="4000"/>
          </a:p>
        </p:txBody>
      </p:sp>
      <p:sp>
        <p:nvSpPr>
          <p:cNvPr id="1027" name="矩形 9"/>
          <p:cNvSpPr>
            <a:spLocks noChangeArrowheads="1"/>
          </p:cNvSpPr>
          <p:nvPr userDrawn="1"/>
        </p:nvSpPr>
        <p:spPr bwMode="auto">
          <a:xfrm>
            <a:off x="16935" y="6438628"/>
            <a:ext cx="520723" cy="223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lvl1pPr eaLnBrk="0" hangingPunct="0">
              <a:defRPr sz="4000" b="1">
                <a:solidFill>
                  <a:schemeClr val="tx1"/>
                </a:solidFill>
                <a:latin typeface="Arial" charset="0"/>
                <a:ea typeface="华文楷体" pitchFamily="2" charset="-122"/>
              </a:defRPr>
            </a:lvl1pPr>
            <a:lvl2pPr marL="742950" indent="-285750" eaLnBrk="0" hangingPunct="0">
              <a:defRPr sz="4000" b="1">
                <a:solidFill>
                  <a:schemeClr val="tx1"/>
                </a:solidFill>
                <a:latin typeface="Arial" charset="0"/>
                <a:ea typeface="华文楷体" pitchFamily="2" charset="-122"/>
              </a:defRPr>
            </a:lvl2pPr>
            <a:lvl3pPr marL="1143000" indent="-228600" eaLnBrk="0" hangingPunct="0">
              <a:defRPr sz="4000" b="1">
                <a:solidFill>
                  <a:schemeClr val="tx1"/>
                </a:solidFill>
                <a:latin typeface="Arial" charset="0"/>
                <a:ea typeface="华文楷体" pitchFamily="2" charset="-122"/>
              </a:defRPr>
            </a:lvl3pPr>
            <a:lvl4pPr marL="1600200" indent="-228600" eaLnBrk="0" hangingPunct="0">
              <a:defRPr sz="4000" b="1">
                <a:solidFill>
                  <a:schemeClr val="tx1"/>
                </a:solidFill>
                <a:latin typeface="Arial" charset="0"/>
                <a:ea typeface="华文楷体" pitchFamily="2" charset="-122"/>
              </a:defRPr>
            </a:lvl4pPr>
            <a:lvl5pPr marL="2057400" indent="-228600" eaLnBrk="0" hangingPunct="0">
              <a:defRPr sz="4000" b="1">
                <a:solidFill>
                  <a:schemeClr val="tx1"/>
                </a:solidFill>
                <a:latin typeface="Arial" charset="0"/>
                <a:ea typeface="华文楷体" pitchFamily="2" charset="-122"/>
              </a:defRPr>
            </a:lvl5pPr>
            <a:lvl6pPr marL="2514600" indent="-228600"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eaLnBrk="0" fontAlgn="base" hangingPunct="0">
              <a:spcBef>
                <a:spcPct val="0"/>
              </a:spcBef>
              <a:spcAft>
                <a:spcPct val="0"/>
              </a:spcAft>
              <a:defRPr sz="4000" b="1">
                <a:solidFill>
                  <a:schemeClr val="tx1"/>
                </a:solidFill>
                <a:latin typeface="Arial" charset="0"/>
                <a:ea typeface="华文楷体" pitchFamily="2" charset="-122"/>
              </a:defRPr>
            </a:lvl9pPr>
          </a:lstStyle>
          <a:p>
            <a:pPr algn="ctr" eaLnBrk="1" hangingPunct="1">
              <a:lnSpc>
                <a:spcPts val="1000"/>
              </a:lnSpc>
              <a:defRPr/>
            </a:pPr>
            <a:fld id="{B24A712F-B284-4871-8CF9-DC6E056DBACF}" type="slidenum">
              <a:rPr lang="en-US" altLang="zh-TW" sz="1200" b="0" smtClean="0">
                <a:ea typeface="微軟正黑體" pitchFamily="34" charset="-120"/>
              </a:rPr>
              <a:pPr algn="ctr" eaLnBrk="1" hangingPunct="1">
                <a:lnSpc>
                  <a:spcPts val="1000"/>
                </a:lnSpc>
                <a:defRPr/>
              </a:pPr>
              <a:t>‹#›</a:t>
            </a:fld>
            <a:endParaRPr lang="en-US" altLang="zh-TW" sz="1200" b="0" dirty="0">
              <a:ea typeface="微軟正黑體" pitchFamily="34" charset="-120"/>
            </a:endParaRPr>
          </a:p>
        </p:txBody>
      </p:sp>
      <p:pic>
        <p:nvPicPr>
          <p:cNvPr id="3" name="圖片 2">
            <a:extLst>
              <a:ext uri="{FF2B5EF4-FFF2-40B4-BE49-F238E27FC236}">
                <a16:creationId xmlns:a16="http://schemas.microsoft.com/office/drawing/2014/main" id="{A94AB532-351A-4A3E-8D7A-03049FC8B5B3}"/>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9154756" y="6322740"/>
            <a:ext cx="2364050" cy="312671"/>
          </a:xfrm>
          <a:prstGeom prst="rect">
            <a:avLst/>
          </a:prstGeom>
        </p:spPr>
      </p:pic>
    </p:spTree>
  </p:cSld>
  <p:clrMap bg1="lt1" tx1="dk1" bg2="lt2" tx2="dk2" accent1="accent1" accent2="accent2" accent3="accent3" accent4="accent4" accent5="accent5" accent6="accent6" hlink="hlink" folHlink="folHlink"/>
  <p:sldLayoutIdLst>
    <p:sldLayoutId id="2147483705" r:id="rId1"/>
    <p:sldLayoutId id="2147483703" r:id="rId2"/>
    <p:sldLayoutId id="2147483704" r:id="rId3"/>
    <p:sldLayoutId id="2147483706" r:id="rId4"/>
    <p:sldLayoutId id="2147483707" r:id="rId5"/>
  </p:sldLayoutIdLst>
  <p:transition spd="med"/>
  <p:hf hdr="0"/>
  <p:txStyles>
    <p:titleStyle>
      <a:lvl1pPr algn="l" defTabSz="895350" rtl="0" eaLnBrk="0" fontAlgn="base" hangingPunct="0">
        <a:spcBef>
          <a:spcPct val="0"/>
        </a:spcBef>
        <a:spcAft>
          <a:spcPct val="0"/>
        </a:spcAft>
        <a:defRPr sz="1900" b="1">
          <a:solidFill>
            <a:schemeClr val="tx2"/>
          </a:solidFill>
          <a:latin typeface="+mj-lt"/>
          <a:ea typeface="+mj-ea"/>
          <a:cs typeface="+mj-cs"/>
        </a:defRPr>
      </a:lvl1pPr>
      <a:lvl2pPr algn="l" defTabSz="895350" rtl="0" eaLnBrk="0" fontAlgn="base" hangingPunct="0">
        <a:spcBef>
          <a:spcPct val="0"/>
        </a:spcBef>
        <a:spcAft>
          <a:spcPct val="0"/>
        </a:spcAft>
        <a:defRPr sz="1900" b="1">
          <a:solidFill>
            <a:schemeClr val="tx2"/>
          </a:solidFill>
          <a:latin typeface="Arial" charset="0"/>
        </a:defRPr>
      </a:lvl2pPr>
      <a:lvl3pPr algn="l" defTabSz="895350" rtl="0" eaLnBrk="0" fontAlgn="base" hangingPunct="0">
        <a:spcBef>
          <a:spcPct val="0"/>
        </a:spcBef>
        <a:spcAft>
          <a:spcPct val="0"/>
        </a:spcAft>
        <a:defRPr sz="1900" b="1">
          <a:solidFill>
            <a:schemeClr val="tx2"/>
          </a:solidFill>
          <a:latin typeface="Arial" charset="0"/>
        </a:defRPr>
      </a:lvl3pPr>
      <a:lvl4pPr algn="l" defTabSz="895350" rtl="0" eaLnBrk="0" fontAlgn="base" hangingPunct="0">
        <a:spcBef>
          <a:spcPct val="0"/>
        </a:spcBef>
        <a:spcAft>
          <a:spcPct val="0"/>
        </a:spcAft>
        <a:defRPr sz="1900" b="1">
          <a:solidFill>
            <a:schemeClr val="tx2"/>
          </a:solidFill>
          <a:latin typeface="Arial" charset="0"/>
        </a:defRPr>
      </a:lvl4pPr>
      <a:lvl5pPr algn="l" defTabSz="895350" rtl="0" eaLnBrk="0" fontAlgn="base" hangingPunct="0">
        <a:spcBef>
          <a:spcPct val="0"/>
        </a:spcBef>
        <a:spcAft>
          <a:spcPct val="0"/>
        </a:spcAft>
        <a:defRPr sz="1900" b="1">
          <a:solidFill>
            <a:schemeClr val="tx2"/>
          </a:solidFill>
          <a:latin typeface="Arial" charset="0"/>
        </a:defRPr>
      </a:lvl5pPr>
      <a:lvl6pPr marL="457200" algn="l" defTabSz="895350" rtl="0" fontAlgn="base">
        <a:spcBef>
          <a:spcPct val="0"/>
        </a:spcBef>
        <a:spcAft>
          <a:spcPct val="0"/>
        </a:spcAft>
        <a:defRPr sz="1900" b="1">
          <a:solidFill>
            <a:schemeClr val="tx2"/>
          </a:solidFill>
          <a:latin typeface="Arial" charset="0"/>
        </a:defRPr>
      </a:lvl6pPr>
      <a:lvl7pPr marL="914400" algn="l" defTabSz="895350" rtl="0" fontAlgn="base">
        <a:spcBef>
          <a:spcPct val="0"/>
        </a:spcBef>
        <a:spcAft>
          <a:spcPct val="0"/>
        </a:spcAft>
        <a:defRPr sz="1900" b="1">
          <a:solidFill>
            <a:schemeClr val="tx2"/>
          </a:solidFill>
          <a:latin typeface="Arial" charset="0"/>
        </a:defRPr>
      </a:lvl7pPr>
      <a:lvl8pPr marL="1371600" algn="l" defTabSz="895350" rtl="0" fontAlgn="base">
        <a:spcBef>
          <a:spcPct val="0"/>
        </a:spcBef>
        <a:spcAft>
          <a:spcPct val="0"/>
        </a:spcAft>
        <a:defRPr sz="1900" b="1">
          <a:solidFill>
            <a:schemeClr val="tx2"/>
          </a:solidFill>
          <a:latin typeface="Arial" charset="0"/>
        </a:defRPr>
      </a:lvl8pPr>
      <a:lvl9pPr marL="1828800" algn="l" defTabSz="895350" rtl="0" fontAlgn="base">
        <a:spcBef>
          <a:spcPct val="0"/>
        </a:spcBef>
        <a:spcAft>
          <a:spcPct val="0"/>
        </a:spcAft>
        <a:defRPr sz="1900" b="1">
          <a:solidFill>
            <a:schemeClr val="tx2"/>
          </a:solidFill>
          <a:latin typeface="Arial" charset="0"/>
        </a:defRPr>
      </a:lvl9pPr>
    </p:titleStyle>
    <p:bodyStyle>
      <a:lvl1pPr algn="l" defTabSz="895350" rtl="0" eaLnBrk="0" fontAlgn="base" hangingPunct="0">
        <a:spcBef>
          <a:spcPct val="0"/>
        </a:spcBef>
        <a:spcAft>
          <a:spcPct val="0"/>
        </a:spcAft>
        <a:buSzPct val="120000"/>
        <a:defRPr sz="1600">
          <a:solidFill>
            <a:schemeClr val="tx1"/>
          </a:solidFill>
          <a:latin typeface="+mn-lt"/>
          <a:ea typeface="+mn-ea"/>
          <a:cs typeface="+mn-cs"/>
        </a:defRPr>
      </a:lvl1pPr>
      <a:lvl2pPr marL="144463" indent="-142875" algn="l" defTabSz="895350" rtl="0" eaLnBrk="0" fontAlgn="base" hangingPunct="0">
        <a:spcBef>
          <a:spcPct val="0"/>
        </a:spcBef>
        <a:spcAft>
          <a:spcPct val="0"/>
        </a:spcAft>
        <a:buSzPct val="120000"/>
        <a:buChar char="•"/>
        <a:defRPr sz="1600">
          <a:solidFill>
            <a:schemeClr val="tx1"/>
          </a:solidFill>
          <a:latin typeface="+mn-lt"/>
          <a:ea typeface="+mn-ea"/>
        </a:defRPr>
      </a:lvl2pPr>
      <a:lvl3pPr marL="295275" indent="-149225" algn="l" defTabSz="895350" rtl="0" eaLnBrk="0" fontAlgn="base" hangingPunct="0">
        <a:spcBef>
          <a:spcPct val="0"/>
        </a:spcBef>
        <a:spcAft>
          <a:spcPct val="0"/>
        </a:spcAft>
        <a:buChar char="–"/>
        <a:defRPr sz="1600">
          <a:solidFill>
            <a:schemeClr val="tx1"/>
          </a:solidFill>
          <a:latin typeface="+mn-lt"/>
          <a:ea typeface="+mn-ea"/>
        </a:defRPr>
      </a:lvl3pPr>
      <a:lvl4pPr marL="431800" indent="-134938" algn="l" defTabSz="895350" rtl="0" eaLnBrk="0" fontAlgn="base" hangingPunct="0">
        <a:spcBef>
          <a:spcPct val="0"/>
        </a:spcBef>
        <a:spcAft>
          <a:spcPct val="0"/>
        </a:spcAft>
        <a:buSzPct val="89000"/>
        <a:buChar char="•"/>
        <a:defRPr sz="1600">
          <a:solidFill>
            <a:schemeClr val="tx1"/>
          </a:solidFill>
          <a:latin typeface="+mn-lt"/>
          <a:ea typeface="+mn-ea"/>
        </a:defRPr>
      </a:lvl4pPr>
      <a:lvl5pPr marL="582613" indent="-149225" algn="l" defTabSz="895350" rtl="0" eaLnBrk="0" fontAlgn="base" hangingPunct="0">
        <a:spcBef>
          <a:spcPct val="0"/>
        </a:spcBef>
        <a:spcAft>
          <a:spcPct val="0"/>
        </a:spcAft>
        <a:buSzPct val="75000"/>
        <a:buChar char="–"/>
        <a:defRPr sz="1600">
          <a:solidFill>
            <a:schemeClr val="tx1"/>
          </a:solidFill>
          <a:latin typeface="+mn-lt"/>
          <a:ea typeface="+mn-ea"/>
        </a:defRPr>
      </a:lvl5pPr>
      <a:lvl6pPr marL="1039813" indent="-149225" algn="l" defTabSz="895350" rtl="0" fontAlgn="base">
        <a:spcBef>
          <a:spcPct val="0"/>
        </a:spcBef>
        <a:spcAft>
          <a:spcPct val="0"/>
        </a:spcAft>
        <a:buSzPct val="75000"/>
        <a:buChar char="–"/>
        <a:defRPr sz="1600">
          <a:solidFill>
            <a:schemeClr val="tx1"/>
          </a:solidFill>
          <a:latin typeface="+mn-lt"/>
          <a:ea typeface="+mn-ea"/>
        </a:defRPr>
      </a:lvl6pPr>
      <a:lvl7pPr marL="1497013" indent="-149225" algn="l" defTabSz="895350" rtl="0" fontAlgn="base">
        <a:spcBef>
          <a:spcPct val="0"/>
        </a:spcBef>
        <a:spcAft>
          <a:spcPct val="0"/>
        </a:spcAft>
        <a:buSzPct val="75000"/>
        <a:buChar char="–"/>
        <a:defRPr sz="1600">
          <a:solidFill>
            <a:schemeClr val="tx1"/>
          </a:solidFill>
          <a:latin typeface="+mn-lt"/>
          <a:ea typeface="+mn-ea"/>
        </a:defRPr>
      </a:lvl7pPr>
      <a:lvl8pPr marL="1954213" indent="-149225" algn="l" defTabSz="895350" rtl="0" fontAlgn="base">
        <a:spcBef>
          <a:spcPct val="0"/>
        </a:spcBef>
        <a:spcAft>
          <a:spcPct val="0"/>
        </a:spcAft>
        <a:buSzPct val="75000"/>
        <a:buChar char="–"/>
        <a:defRPr sz="1600">
          <a:solidFill>
            <a:schemeClr val="tx1"/>
          </a:solidFill>
          <a:latin typeface="+mn-lt"/>
          <a:ea typeface="+mn-ea"/>
        </a:defRPr>
      </a:lvl8pPr>
      <a:lvl9pPr marL="2411413" indent="-149225" algn="l" defTabSz="895350" rtl="0" fontAlgn="base">
        <a:spcBef>
          <a:spcPct val="0"/>
        </a:spcBef>
        <a:spcAft>
          <a:spcPct val="0"/>
        </a:spcAft>
        <a:buSzPct val="75000"/>
        <a:buChar char="–"/>
        <a:defRPr sz="1600">
          <a:solidFill>
            <a:schemeClr val="tx1"/>
          </a:solidFill>
          <a:latin typeface="+mn-lt"/>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8" Type="http://schemas.openxmlformats.org/officeDocument/2006/relationships/hyperlink" Target="https://mma.sinopac.com/Fund/FundTransactions/cAuto_FirstN.aspx" TargetMode="External"/><Relationship Id="rId3" Type="http://schemas.openxmlformats.org/officeDocument/2006/relationships/hyperlink" Target="https://mma.sinopac.com/Fund/FundQueries/TrustApply_First.aspx" TargetMode="External"/><Relationship Id="rId7"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hyperlink" Target="https://mma.sinopac.com/Fund/FundQueries/PortableStatus_First.aspx" TargetMode="Externa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hyperlink" Target="https://bank.sinopac.com/sinopacBT/webevents/sino-efficient/index.html" TargetMode="External"/><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4.png"/><Relationship Id="rId1" Type="http://schemas.openxmlformats.org/officeDocument/2006/relationships/slideLayout" Target="../slideLayouts/slideLayout3.xml"/><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E71AFB39-BD2B-034D-B452-A0BB39936D69}"/>
              </a:ext>
            </a:extLst>
          </p:cNvPr>
          <p:cNvSpPr/>
          <p:nvPr/>
        </p:nvSpPr>
        <p:spPr bwMode="auto">
          <a:xfrm>
            <a:off x="-1" y="0"/>
            <a:ext cx="11949113" cy="6721425"/>
          </a:xfrm>
          <a:prstGeom prst="rect">
            <a:avLst/>
          </a:prstGeom>
          <a:solidFill>
            <a:srgbClr val="00206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a:ln>
                <a:noFill/>
              </a:ln>
              <a:solidFill>
                <a:schemeClr val="tx1"/>
              </a:solidFill>
              <a:effectLst/>
              <a:latin typeface="Arial" charset="0"/>
              <a:ea typeface="华文楷体" pitchFamily="2" charset="-122"/>
            </a:endParaRPr>
          </a:p>
        </p:txBody>
      </p:sp>
      <p:sp>
        <p:nvSpPr>
          <p:cNvPr id="2" name="矩形 1">
            <a:extLst>
              <a:ext uri="{FF2B5EF4-FFF2-40B4-BE49-F238E27FC236}">
                <a16:creationId xmlns:a16="http://schemas.microsoft.com/office/drawing/2014/main" id="{47547168-10FB-0248-B9FD-8921C5352D26}"/>
              </a:ext>
            </a:extLst>
          </p:cNvPr>
          <p:cNvSpPr/>
          <p:nvPr/>
        </p:nvSpPr>
        <p:spPr>
          <a:xfrm>
            <a:off x="-1" y="49"/>
            <a:ext cx="11949113" cy="6721376"/>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9618" tIns="44809" rIns="89618" bIns="44809" numCol="1" spcCol="0" rtlCol="0" fromWordArt="0" anchor="ctr" anchorCtr="0" forceAA="0" compatLnSpc="1">
            <a:prstTxWarp prst="textNoShape">
              <a:avLst/>
            </a:prstTxWarp>
            <a:noAutofit/>
          </a:bodyPr>
          <a:lstStyle/>
          <a:p>
            <a:pPr algn="ctr"/>
            <a:endParaRPr kumimoji="1" lang="zh-TW" altLang="en-US" sz="3920"/>
          </a:p>
        </p:txBody>
      </p:sp>
      <p:sp>
        <p:nvSpPr>
          <p:cNvPr id="3" name="矩形 2">
            <a:extLst>
              <a:ext uri="{FF2B5EF4-FFF2-40B4-BE49-F238E27FC236}">
                <a16:creationId xmlns:a16="http://schemas.microsoft.com/office/drawing/2014/main" id="{BF051D30-806E-4D30-8A8E-A875F05E03A7}"/>
              </a:ext>
            </a:extLst>
          </p:cNvPr>
          <p:cNvSpPr/>
          <p:nvPr/>
        </p:nvSpPr>
        <p:spPr>
          <a:xfrm>
            <a:off x="-1" y="49"/>
            <a:ext cx="11949113" cy="6721376"/>
          </a:xfrm>
          <a:prstGeom prst="rect">
            <a:avLst/>
          </a:prstGeom>
          <a:gradFill>
            <a:gsLst>
              <a:gs pos="76000">
                <a:srgbClr val="0DB5C5">
                  <a:alpha val="85000"/>
                </a:srgbClr>
              </a:gs>
              <a:gs pos="50298">
                <a:srgbClr val="2082B4">
                  <a:alpha val="85000"/>
                </a:srgbClr>
              </a:gs>
              <a:gs pos="30000">
                <a:srgbClr val="305AA6">
                  <a:alpha val="85000"/>
                </a:srgbClr>
              </a:gs>
              <a:gs pos="15000">
                <a:srgbClr val="403198">
                  <a:alpha val="85000"/>
                </a:srgbClr>
              </a:gs>
              <a:gs pos="100000">
                <a:srgbClr val="03D3CF">
                  <a:alpha val="85000"/>
                </a:srgbClr>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896203" fontAlgn="auto">
              <a:spcBef>
                <a:spcPts val="0"/>
              </a:spcBef>
              <a:spcAft>
                <a:spcPts val="0"/>
              </a:spcAft>
              <a:defRPr/>
            </a:pPr>
            <a:endParaRPr lang="zh-CN" altLang="en-US" sz="1764" b="0" dirty="0">
              <a:solidFill>
                <a:prstClr val="white"/>
              </a:solidFill>
              <a:latin typeface="华文细黑"/>
              <a:ea typeface="方正兰亭黑简体"/>
            </a:endParaRPr>
          </a:p>
        </p:txBody>
      </p:sp>
      <p:cxnSp>
        <p:nvCxnSpPr>
          <p:cNvPr id="5" name="直接连接符 107">
            <a:extLst>
              <a:ext uri="{FF2B5EF4-FFF2-40B4-BE49-F238E27FC236}">
                <a16:creationId xmlns:a16="http://schemas.microsoft.com/office/drawing/2014/main" id="{10FB541E-CB65-4FAC-8768-D11CAE235A7F}"/>
              </a:ext>
            </a:extLst>
          </p:cNvPr>
          <p:cNvCxnSpPr/>
          <p:nvPr/>
        </p:nvCxnSpPr>
        <p:spPr>
          <a:xfrm>
            <a:off x="231825" y="1705287"/>
            <a:ext cx="5742731"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 name="直接连接符 108">
            <a:extLst>
              <a:ext uri="{FF2B5EF4-FFF2-40B4-BE49-F238E27FC236}">
                <a16:creationId xmlns:a16="http://schemas.microsoft.com/office/drawing/2014/main" id="{66C370AD-7F0E-4250-82E1-3FC4B5FE44D7}"/>
              </a:ext>
            </a:extLst>
          </p:cNvPr>
          <p:cNvCxnSpPr/>
          <p:nvPr/>
        </p:nvCxnSpPr>
        <p:spPr>
          <a:xfrm>
            <a:off x="231825" y="3061128"/>
            <a:ext cx="5742731"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7" name="文本框 109">
            <a:extLst>
              <a:ext uri="{FF2B5EF4-FFF2-40B4-BE49-F238E27FC236}">
                <a16:creationId xmlns:a16="http://schemas.microsoft.com/office/drawing/2014/main" id="{F0FAD128-16FC-400A-B27E-EBBD5BC26A34}"/>
              </a:ext>
            </a:extLst>
          </p:cNvPr>
          <p:cNvSpPr txBox="1"/>
          <p:nvPr/>
        </p:nvSpPr>
        <p:spPr bwMode="auto">
          <a:xfrm>
            <a:off x="118246" y="1753520"/>
            <a:ext cx="5969889" cy="816249"/>
          </a:xfrm>
          <a:prstGeom prst="rect">
            <a:avLst/>
          </a:prstGeom>
          <a:noFill/>
        </p:spPr>
        <p:txBody>
          <a:bodyPr>
            <a:spAutoFit/>
          </a:bodyPr>
          <a:lstStyle/>
          <a:p>
            <a:pPr algn="ctr" defTabSz="896203" fontAlgn="auto">
              <a:spcBef>
                <a:spcPts val="0"/>
              </a:spcBef>
              <a:spcAft>
                <a:spcPts val="0"/>
              </a:spcAft>
              <a:defRPr/>
            </a:pPr>
            <a:r>
              <a:rPr lang="zh-CN" altLang="en-US" sz="4704" b="0" dirty="0">
                <a:solidFill>
                  <a:prstClr val="white"/>
                </a:solidFill>
                <a:latin typeface="+mj-ea"/>
                <a:ea typeface="方正清刻本悦宋简体"/>
              </a:rPr>
              <a:t>退休</a:t>
            </a:r>
            <a:r>
              <a:rPr lang="zh-TW" altLang="en-US" sz="4704" b="0" dirty="0">
                <a:solidFill>
                  <a:prstClr val="white"/>
                </a:solidFill>
                <a:latin typeface="+mj-ea"/>
                <a:ea typeface="方正清刻本悦宋简体"/>
              </a:rPr>
              <a:t>信託</a:t>
            </a:r>
            <a:r>
              <a:rPr lang="zh-CN" altLang="en-US" sz="4704" b="0" dirty="0">
                <a:solidFill>
                  <a:prstClr val="white"/>
                </a:solidFill>
                <a:latin typeface="+mj-ea"/>
                <a:ea typeface="方正清刻本悦宋简体"/>
              </a:rPr>
              <a:t>帳戶可攜</a:t>
            </a:r>
          </a:p>
        </p:txBody>
      </p:sp>
      <p:sp>
        <p:nvSpPr>
          <p:cNvPr id="8" name="文本框 115">
            <a:extLst>
              <a:ext uri="{FF2B5EF4-FFF2-40B4-BE49-F238E27FC236}">
                <a16:creationId xmlns:a16="http://schemas.microsoft.com/office/drawing/2014/main" id="{F637B162-6E9A-42AB-9063-38845549AE59}"/>
              </a:ext>
            </a:extLst>
          </p:cNvPr>
          <p:cNvSpPr txBox="1"/>
          <p:nvPr/>
        </p:nvSpPr>
        <p:spPr bwMode="auto">
          <a:xfrm>
            <a:off x="328290" y="2549245"/>
            <a:ext cx="5549802" cy="452760"/>
          </a:xfrm>
          <a:prstGeom prst="rect">
            <a:avLst/>
          </a:prstGeom>
          <a:noFill/>
        </p:spPr>
        <p:txBody>
          <a:bodyPr>
            <a:spAutoFit/>
          </a:bodyPr>
          <a:lstStyle/>
          <a:p>
            <a:pPr algn="ctr" defTabSz="896203" fontAlgn="auto">
              <a:spcBef>
                <a:spcPts val="0"/>
              </a:spcBef>
              <a:spcAft>
                <a:spcPts val="0"/>
              </a:spcAft>
              <a:defRPr/>
            </a:pPr>
            <a:r>
              <a:rPr lang="en-US" altLang="zh-TW" sz="2352" b="0" dirty="0">
                <a:solidFill>
                  <a:prstClr val="white">
                    <a:lumMod val="65000"/>
                  </a:prstClr>
                </a:solidFill>
                <a:latin typeface="华文细黑"/>
                <a:ea typeface="方正兰亭黑简体"/>
              </a:rPr>
              <a:t>LANDING  PAGE</a:t>
            </a:r>
            <a:endParaRPr lang="zh-CN" altLang="en-US" sz="2352" b="0" dirty="0">
              <a:solidFill>
                <a:prstClr val="white">
                  <a:lumMod val="65000"/>
                </a:prstClr>
              </a:solidFill>
              <a:latin typeface="华文细黑"/>
              <a:ea typeface="方正兰亭黑简体"/>
            </a:endParaRPr>
          </a:p>
        </p:txBody>
      </p:sp>
      <p:sp>
        <p:nvSpPr>
          <p:cNvPr id="9" name="文本框 113">
            <a:extLst>
              <a:ext uri="{FF2B5EF4-FFF2-40B4-BE49-F238E27FC236}">
                <a16:creationId xmlns:a16="http://schemas.microsoft.com/office/drawing/2014/main" id="{87759762-6303-44FF-962A-10BDE5C194F0}"/>
              </a:ext>
            </a:extLst>
          </p:cNvPr>
          <p:cNvSpPr txBox="1">
            <a:spLocks noChangeArrowheads="1"/>
          </p:cNvSpPr>
          <p:nvPr/>
        </p:nvSpPr>
        <p:spPr bwMode="auto">
          <a:xfrm>
            <a:off x="1341975" y="4502473"/>
            <a:ext cx="3251777" cy="94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华文细黑" panose="02010600040101010101" pitchFamily="2" charset="-122"/>
                <a:ea typeface="方正兰亭黑简体" panose="02000000000000000000"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华文细黑" panose="02010600040101010101" pitchFamily="2" charset="-122"/>
                <a:ea typeface="方正兰亭黑简体" panose="02000000000000000000"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华文细黑" panose="02010600040101010101" pitchFamily="2" charset="-122"/>
                <a:ea typeface="方正兰亭黑简体" panose="02000000000000000000"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华文细黑" panose="02010600040101010101" pitchFamily="2" charset="-122"/>
                <a:ea typeface="方正兰亭黑简体" panose="02000000000000000000"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华文细黑" panose="02010600040101010101" pitchFamily="2" charset="-122"/>
                <a:ea typeface="方正兰亭黑简体" panose="02000000000000000000"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华文细黑" panose="02010600040101010101" pitchFamily="2" charset="-122"/>
                <a:ea typeface="方正兰亭黑简体" panose="02000000000000000000"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华文细黑" panose="02010600040101010101" pitchFamily="2" charset="-122"/>
                <a:ea typeface="方正兰亭黑简体" panose="02000000000000000000"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华文细黑" panose="02010600040101010101" pitchFamily="2" charset="-122"/>
                <a:ea typeface="方正兰亭黑简体" panose="02000000000000000000"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华文细黑" panose="02010600040101010101" pitchFamily="2" charset="-122"/>
                <a:ea typeface="方正兰亭黑简体" panose="02000000000000000000" pitchFamily="2" charset="-122"/>
              </a:defRPr>
            </a:lvl9pPr>
          </a:lstStyle>
          <a:p>
            <a:pPr defTabSz="896203" fontAlgn="auto">
              <a:lnSpc>
                <a:spcPct val="150000"/>
              </a:lnSpc>
              <a:spcBef>
                <a:spcPct val="0"/>
              </a:spcBef>
              <a:spcAft>
                <a:spcPts val="0"/>
              </a:spcAft>
              <a:buNone/>
              <a:defRPr/>
            </a:pPr>
            <a:r>
              <a:rPr lang="zh-TW" altLang="en-US" sz="1960" dirty="0">
                <a:solidFill>
                  <a:prstClr val="white"/>
                </a:solidFill>
                <a:latin typeface="微軟正黑體" panose="020B0604030504040204" pitchFamily="34" charset="-120"/>
                <a:ea typeface="微軟正黑體" panose="020B0604030504040204" pitchFamily="34" charset="-120"/>
              </a:rPr>
              <a:t>信託處   信託營管部</a:t>
            </a:r>
            <a:endParaRPr lang="en-US" altLang="zh-TW" sz="1960" dirty="0">
              <a:solidFill>
                <a:prstClr val="white"/>
              </a:solidFill>
              <a:latin typeface="微軟正黑體" panose="020B0604030504040204" pitchFamily="34" charset="-120"/>
              <a:ea typeface="微軟正黑體" panose="020B0604030504040204" pitchFamily="34" charset="-120"/>
            </a:endParaRPr>
          </a:p>
          <a:p>
            <a:pPr lvl="0">
              <a:lnSpc>
                <a:spcPct val="150000"/>
              </a:lnSpc>
              <a:spcBef>
                <a:spcPct val="0"/>
              </a:spcBef>
              <a:buNone/>
            </a:pPr>
            <a:r>
              <a:rPr lang="zh-TW" altLang="en-US" sz="1960" dirty="0">
                <a:solidFill>
                  <a:prstClr val="white"/>
                </a:solidFill>
                <a:latin typeface="微軟正黑體" panose="020B0604030504040204" pitchFamily="34" charset="-120"/>
                <a:ea typeface="微軟正黑體" panose="020B0604030504040204" pitchFamily="34" charset="-120"/>
              </a:rPr>
              <a:t>夏柏雅</a:t>
            </a:r>
            <a:endParaRPr lang="zh-CN" altLang="en-US" sz="1960" dirty="0">
              <a:solidFill>
                <a:prstClr val="white"/>
              </a:solidFill>
              <a:latin typeface="微軟正黑體" panose="020B0604030504040204" pitchFamily="34" charset="-120"/>
              <a:ea typeface="微軟正黑體" panose="020B0604030504040204" pitchFamily="34" charset="-120"/>
            </a:endParaRPr>
          </a:p>
        </p:txBody>
      </p:sp>
      <p:sp>
        <p:nvSpPr>
          <p:cNvPr id="10" name="文字版面配置區 3">
            <a:extLst>
              <a:ext uri="{FF2B5EF4-FFF2-40B4-BE49-F238E27FC236}">
                <a16:creationId xmlns:a16="http://schemas.microsoft.com/office/drawing/2014/main" id="{CCFC5BEB-CD8F-8F48-B69D-2698A30023D1}"/>
              </a:ext>
            </a:extLst>
          </p:cNvPr>
          <p:cNvSpPr txBox="1">
            <a:spLocks/>
          </p:cNvSpPr>
          <p:nvPr/>
        </p:nvSpPr>
        <p:spPr>
          <a:xfrm>
            <a:off x="1341975" y="5676461"/>
            <a:ext cx="1036090" cy="406400"/>
          </a:xfrm>
        </p:spPr>
        <p:txBody>
          <a:bodyPr/>
          <a:lstStyle>
            <a:defPPr>
              <a:defRPr lang="en-US"/>
            </a:defPPr>
            <a:lvl1pPr algn="l" rtl="0" fontAlgn="base">
              <a:spcBef>
                <a:spcPct val="0"/>
              </a:spcBef>
              <a:spcAft>
                <a:spcPct val="0"/>
              </a:spcAft>
              <a:defRPr sz="4000" b="1" kern="1200">
                <a:solidFill>
                  <a:schemeClr val="tx1"/>
                </a:solidFill>
                <a:latin typeface="Arial" charset="0"/>
                <a:ea typeface="华文楷体" pitchFamily="2" charset="-122"/>
                <a:cs typeface="+mn-cs"/>
              </a:defRPr>
            </a:lvl1pPr>
            <a:lvl2pPr marL="457200" algn="l" rtl="0" fontAlgn="base">
              <a:spcBef>
                <a:spcPct val="0"/>
              </a:spcBef>
              <a:spcAft>
                <a:spcPct val="0"/>
              </a:spcAft>
              <a:defRPr sz="4000" b="1" kern="1200">
                <a:solidFill>
                  <a:schemeClr val="tx1"/>
                </a:solidFill>
                <a:latin typeface="Arial" charset="0"/>
                <a:ea typeface="华文楷体" pitchFamily="2" charset="-122"/>
                <a:cs typeface="+mn-cs"/>
              </a:defRPr>
            </a:lvl2pPr>
            <a:lvl3pPr marL="914400" algn="l" rtl="0" fontAlgn="base">
              <a:spcBef>
                <a:spcPct val="0"/>
              </a:spcBef>
              <a:spcAft>
                <a:spcPct val="0"/>
              </a:spcAft>
              <a:defRPr sz="4000" b="1" kern="1200">
                <a:solidFill>
                  <a:schemeClr val="tx1"/>
                </a:solidFill>
                <a:latin typeface="Arial" charset="0"/>
                <a:ea typeface="华文楷体" pitchFamily="2" charset="-122"/>
                <a:cs typeface="+mn-cs"/>
              </a:defRPr>
            </a:lvl3pPr>
            <a:lvl4pPr marL="1371600" algn="l" rtl="0" fontAlgn="base">
              <a:spcBef>
                <a:spcPct val="0"/>
              </a:spcBef>
              <a:spcAft>
                <a:spcPct val="0"/>
              </a:spcAft>
              <a:defRPr sz="4000" b="1" kern="1200">
                <a:solidFill>
                  <a:schemeClr val="tx1"/>
                </a:solidFill>
                <a:latin typeface="Arial" charset="0"/>
                <a:ea typeface="华文楷体" pitchFamily="2" charset="-122"/>
                <a:cs typeface="+mn-cs"/>
              </a:defRPr>
            </a:lvl4pPr>
            <a:lvl5pPr marL="1828800" algn="l" rtl="0" fontAlgn="base">
              <a:spcBef>
                <a:spcPct val="0"/>
              </a:spcBef>
              <a:spcAft>
                <a:spcPct val="0"/>
              </a:spcAft>
              <a:defRPr sz="4000" b="1" kern="1200">
                <a:solidFill>
                  <a:schemeClr val="tx1"/>
                </a:solidFill>
                <a:latin typeface="Arial" charset="0"/>
                <a:ea typeface="华文楷体" pitchFamily="2" charset="-122"/>
                <a:cs typeface="+mn-cs"/>
              </a:defRPr>
            </a:lvl5pPr>
            <a:lvl6pPr marL="2286000" algn="l" defTabSz="914400" rtl="0" eaLnBrk="1" latinLnBrk="0" hangingPunct="1">
              <a:defRPr sz="4000" b="1" kern="1200">
                <a:solidFill>
                  <a:schemeClr val="tx1"/>
                </a:solidFill>
                <a:latin typeface="Arial" charset="0"/>
                <a:ea typeface="华文楷体" pitchFamily="2" charset="-122"/>
                <a:cs typeface="+mn-cs"/>
              </a:defRPr>
            </a:lvl6pPr>
            <a:lvl7pPr marL="2743200" algn="l" defTabSz="914400" rtl="0" eaLnBrk="1" latinLnBrk="0" hangingPunct="1">
              <a:defRPr sz="4000" b="1" kern="1200">
                <a:solidFill>
                  <a:schemeClr val="tx1"/>
                </a:solidFill>
                <a:latin typeface="Arial" charset="0"/>
                <a:ea typeface="华文楷体" pitchFamily="2" charset="-122"/>
                <a:cs typeface="+mn-cs"/>
              </a:defRPr>
            </a:lvl7pPr>
            <a:lvl8pPr marL="3200400" algn="l" defTabSz="914400" rtl="0" eaLnBrk="1" latinLnBrk="0" hangingPunct="1">
              <a:defRPr sz="4000" b="1" kern="1200">
                <a:solidFill>
                  <a:schemeClr val="tx1"/>
                </a:solidFill>
                <a:latin typeface="Arial" charset="0"/>
                <a:ea typeface="华文楷体" pitchFamily="2" charset="-122"/>
                <a:cs typeface="+mn-cs"/>
              </a:defRPr>
            </a:lvl8pPr>
            <a:lvl9pPr marL="3657600" algn="l" defTabSz="914400" rtl="0" eaLnBrk="1" latinLnBrk="0" hangingPunct="1">
              <a:defRPr sz="4000" b="1" kern="1200">
                <a:solidFill>
                  <a:schemeClr val="tx1"/>
                </a:solidFill>
                <a:latin typeface="Arial" charset="0"/>
                <a:ea typeface="华文楷体" pitchFamily="2" charset="-122"/>
                <a:cs typeface="+mn-cs"/>
              </a:defRPr>
            </a:lvl9pPr>
          </a:lstStyle>
          <a:p>
            <a:pPr>
              <a:defRPr/>
            </a:pPr>
            <a:r>
              <a:rPr kumimoji="1" lang="en-US" altLang="zh-TW" sz="1400" dirty="0">
                <a:solidFill>
                  <a:schemeClr val="bg1"/>
                </a:solidFill>
                <a:latin typeface="Microsoft JhengHei" panose="020B0604030504040204" pitchFamily="34" charset="-120"/>
                <a:ea typeface="Microsoft JhengHei" panose="020B0604030504040204" pitchFamily="34" charset="-120"/>
              </a:rPr>
              <a:t>2023/12</a:t>
            </a:r>
          </a:p>
        </p:txBody>
      </p:sp>
    </p:spTree>
    <p:extLst>
      <p:ext uri="{BB962C8B-B14F-4D97-AF65-F5344CB8AC3E}">
        <p14:creationId xmlns:p14="http://schemas.microsoft.com/office/powerpoint/2010/main" val="38260525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9CAB29D-AF3F-9346-B955-279AC2CD3C92}"/>
              </a:ext>
            </a:extLst>
          </p:cNvPr>
          <p:cNvSpPr>
            <a:spLocks noGrp="1"/>
          </p:cNvSpPr>
          <p:nvPr>
            <p:ph type="title"/>
          </p:nvPr>
        </p:nvSpPr>
        <p:spPr/>
        <p:txBody>
          <a:bodyPr/>
          <a:lstStyle/>
          <a:p>
            <a:r>
              <a:rPr kumimoji="1" lang="zh-TW" altLang="en-US" b="1" dirty="0"/>
              <a:t>主頁</a:t>
            </a:r>
            <a:r>
              <a:rPr kumimoji="1" lang="en-US" altLang="zh-TW" sz="2000" b="1" dirty="0">
                <a:solidFill>
                  <a:schemeClr val="tx1">
                    <a:lumMod val="50000"/>
                    <a:lumOff val="50000"/>
                  </a:schemeClr>
                </a:solidFill>
              </a:rPr>
              <a:t>(</a:t>
            </a:r>
            <a:r>
              <a:rPr kumimoji="1" lang="zh-TW" altLang="en-US" sz="2000" b="1" dirty="0">
                <a:solidFill>
                  <a:schemeClr val="tx1">
                    <a:lumMod val="50000"/>
                    <a:lumOff val="50000"/>
                  </a:schemeClr>
                </a:solidFill>
              </a:rPr>
              <a:t>主視覺版面拉長或跨行理財下移</a:t>
            </a:r>
            <a:r>
              <a:rPr kumimoji="1" lang="en-US" altLang="zh-TW" sz="2000" b="1" dirty="0">
                <a:solidFill>
                  <a:schemeClr val="tx1">
                    <a:lumMod val="50000"/>
                    <a:lumOff val="50000"/>
                  </a:schemeClr>
                </a:solidFill>
              </a:rPr>
              <a:t>)</a:t>
            </a:r>
            <a:endParaRPr kumimoji="1" lang="zh-TW" altLang="en-US" b="1" dirty="0">
              <a:solidFill>
                <a:schemeClr val="tx1">
                  <a:lumMod val="50000"/>
                  <a:lumOff val="50000"/>
                </a:schemeClr>
              </a:solidFill>
            </a:endParaRPr>
          </a:p>
        </p:txBody>
      </p:sp>
      <p:pic>
        <p:nvPicPr>
          <p:cNvPr id="12" name="圖片 11">
            <a:extLst>
              <a:ext uri="{FF2B5EF4-FFF2-40B4-BE49-F238E27FC236}">
                <a16:creationId xmlns:a16="http://schemas.microsoft.com/office/drawing/2014/main" id="{C2FDE3C2-0461-84C0-9AFC-75ACEBFDCC27}"/>
              </a:ext>
            </a:extLst>
          </p:cNvPr>
          <p:cNvPicPr>
            <a:picLocks noChangeAspect="1"/>
          </p:cNvPicPr>
          <p:nvPr/>
        </p:nvPicPr>
        <p:blipFill>
          <a:blip r:embed="rId2"/>
          <a:stretch>
            <a:fillRect/>
          </a:stretch>
        </p:blipFill>
        <p:spPr>
          <a:xfrm>
            <a:off x="266912" y="1054443"/>
            <a:ext cx="10421812" cy="5076449"/>
          </a:xfrm>
          <a:prstGeom prst="rect">
            <a:avLst/>
          </a:prstGeom>
        </p:spPr>
      </p:pic>
      <p:sp>
        <p:nvSpPr>
          <p:cNvPr id="13" name="矩形 12">
            <a:extLst>
              <a:ext uri="{FF2B5EF4-FFF2-40B4-BE49-F238E27FC236}">
                <a16:creationId xmlns:a16="http://schemas.microsoft.com/office/drawing/2014/main" id="{33D84F3E-8649-C77A-BCD4-A3D89B66296D}"/>
              </a:ext>
            </a:extLst>
          </p:cNvPr>
          <p:cNvSpPr/>
          <p:nvPr/>
        </p:nvSpPr>
        <p:spPr bwMode="auto">
          <a:xfrm>
            <a:off x="4250724" y="5469924"/>
            <a:ext cx="2561968" cy="601362"/>
          </a:xfrm>
          <a:prstGeom prst="rect">
            <a:avLst/>
          </a:prstGeom>
          <a:noFill/>
          <a:ln w="38100" cap="flat" cmpd="sng" algn="ctr">
            <a:solidFill>
              <a:srgbClr val="FF5961"/>
            </a:solidFill>
            <a:prstDash val="sysDot"/>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a:ln>
                <a:noFill/>
              </a:ln>
              <a:solidFill>
                <a:schemeClr val="tx1"/>
              </a:solidFill>
              <a:effectLst/>
              <a:latin typeface="Arial" charset="0"/>
              <a:ea typeface="华文楷体" pitchFamily="2" charset="-122"/>
            </a:endParaRPr>
          </a:p>
        </p:txBody>
      </p:sp>
      <p:sp>
        <p:nvSpPr>
          <p:cNvPr id="14" name="文字方塊 13">
            <a:extLst>
              <a:ext uri="{FF2B5EF4-FFF2-40B4-BE49-F238E27FC236}">
                <a16:creationId xmlns:a16="http://schemas.microsoft.com/office/drawing/2014/main" id="{4833C025-672D-2F67-02AF-A72F679701E1}"/>
              </a:ext>
            </a:extLst>
          </p:cNvPr>
          <p:cNvSpPr txBox="1"/>
          <p:nvPr/>
        </p:nvSpPr>
        <p:spPr>
          <a:xfrm>
            <a:off x="6410643" y="4793789"/>
            <a:ext cx="3738396" cy="646331"/>
          </a:xfrm>
          <a:prstGeom prst="rect">
            <a:avLst/>
          </a:prstGeom>
          <a:solidFill>
            <a:srgbClr val="FDF3DB"/>
          </a:solidFill>
        </p:spPr>
        <p:txBody>
          <a:bodyPr wrap="square" rtlCol="0">
            <a:spAutoFit/>
          </a:bodyPr>
          <a:lstStyle>
            <a:defPPr>
              <a:defRPr lang="en-US"/>
            </a:defPPr>
            <a:lvl1pPr>
              <a:defRPr sz="1200" b="0">
                <a:latin typeface="微軟正黑體" panose="020B0604030504040204" pitchFamily="34" charset="-120"/>
                <a:ea typeface="微軟正黑體" panose="020B0604030504040204" pitchFamily="34" charset="-120"/>
              </a:defRPr>
            </a:lvl1pPr>
          </a:lstStyle>
          <a:p>
            <a:r>
              <a:rPr lang="zh-TW" altLang="en-US" dirty="0"/>
              <a:t>在不影響到下方跨行理財的版位高度下，</a:t>
            </a:r>
            <a:r>
              <a:rPr lang="en-US" altLang="zh-TW" dirty="0"/>
              <a:t>ex</a:t>
            </a:r>
            <a:r>
              <a:rPr lang="zh-TW" altLang="en-US" dirty="0"/>
              <a:t>：</a:t>
            </a:r>
            <a:r>
              <a:rPr lang="en-US" altLang="zh-TW" dirty="0"/>
              <a:t>90%-100%</a:t>
            </a:r>
            <a:r>
              <a:rPr lang="zh-TW" altLang="en-US" dirty="0"/>
              <a:t>顯示比例下，讓「瞭解詳情」鈕置於頁面下方；</a:t>
            </a:r>
            <a:endParaRPr lang="en-US" altLang="zh-TW" dirty="0"/>
          </a:p>
          <a:p>
            <a:r>
              <a:rPr lang="zh-TW" altLang="en-US" b="1" dirty="0">
                <a:solidFill>
                  <a:srgbClr val="2B31F4"/>
                </a:solidFill>
              </a:rPr>
              <a:t>平移「跨行理財」到下一區塊</a:t>
            </a:r>
          </a:p>
        </p:txBody>
      </p:sp>
      <p:sp>
        <p:nvSpPr>
          <p:cNvPr id="18" name="右大括弧 17">
            <a:extLst>
              <a:ext uri="{FF2B5EF4-FFF2-40B4-BE49-F238E27FC236}">
                <a16:creationId xmlns:a16="http://schemas.microsoft.com/office/drawing/2014/main" id="{D4244FA3-C083-B0AE-F673-852F751EDAD9}"/>
              </a:ext>
            </a:extLst>
          </p:cNvPr>
          <p:cNvSpPr/>
          <p:nvPr/>
        </p:nvSpPr>
        <p:spPr bwMode="auto">
          <a:xfrm>
            <a:off x="10688724" y="4390768"/>
            <a:ext cx="325265" cy="1740124"/>
          </a:xfrm>
          <a:prstGeom prst="rightBrace">
            <a:avLst>
              <a:gd name="adj1" fmla="val 8333"/>
              <a:gd name="adj2" fmla="val 50000"/>
            </a:avLst>
          </a:prstGeom>
          <a:solidFill>
            <a:schemeClr val="bg1"/>
          </a:solidFill>
          <a:ln w="28575" cap="flat" cmpd="sng" algn="ctr">
            <a:solidFill>
              <a:srgbClr val="FF596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a:ln>
                <a:noFill/>
              </a:ln>
              <a:solidFill>
                <a:schemeClr val="tx1"/>
              </a:solidFill>
              <a:effectLst/>
              <a:latin typeface="Arial" charset="0"/>
              <a:ea typeface="华文楷体" pitchFamily="2" charset="-122"/>
            </a:endParaRPr>
          </a:p>
        </p:txBody>
      </p:sp>
      <p:sp>
        <p:nvSpPr>
          <p:cNvPr id="19" name="文字方塊 18">
            <a:extLst>
              <a:ext uri="{FF2B5EF4-FFF2-40B4-BE49-F238E27FC236}">
                <a16:creationId xmlns:a16="http://schemas.microsoft.com/office/drawing/2014/main" id="{01807940-02D7-F681-1563-3A18410F5436}"/>
              </a:ext>
            </a:extLst>
          </p:cNvPr>
          <p:cNvSpPr txBox="1"/>
          <p:nvPr/>
        </p:nvSpPr>
        <p:spPr>
          <a:xfrm>
            <a:off x="11057268" y="5029997"/>
            <a:ext cx="836128" cy="646331"/>
          </a:xfrm>
          <a:prstGeom prst="rect">
            <a:avLst/>
          </a:prstGeom>
          <a:solidFill>
            <a:srgbClr val="FDF3DB"/>
          </a:solidFill>
        </p:spPr>
        <p:txBody>
          <a:bodyPr wrap="square" rtlCol="0">
            <a:spAutoFit/>
          </a:bodyPr>
          <a:lstStyle>
            <a:defPPr>
              <a:defRPr lang="en-US"/>
            </a:defPPr>
            <a:lvl1pPr>
              <a:defRPr sz="1200" b="0">
                <a:latin typeface="微軟正黑體" panose="020B0604030504040204" pitchFamily="34" charset="-120"/>
                <a:ea typeface="微軟正黑體" panose="020B0604030504040204" pitchFamily="34" charset="-120"/>
              </a:defRPr>
            </a:lvl1pPr>
          </a:lstStyle>
          <a:p>
            <a:r>
              <a:rPr lang="zh-TW" altLang="en-US" dirty="0"/>
              <a:t>或採</a:t>
            </a:r>
            <a:endParaRPr lang="en-US" altLang="zh-TW" dirty="0"/>
          </a:p>
          <a:p>
            <a:r>
              <a:rPr lang="zh-TW" altLang="en-US" dirty="0"/>
              <a:t>拉長地板高度</a:t>
            </a:r>
          </a:p>
        </p:txBody>
      </p:sp>
    </p:spTree>
    <p:extLst>
      <p:ext uri="{BB962C8B-B14F-4D97-AF65-F5344CB8AC3E}">
        <p14:creationId xmlns:p14="http://schemas.microsoft.com/office/powerpoint/2010/main" val="1047242146"/>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9CAB29D-AF3F-9346-B955-279AC2CD3C92}"/>
              </a:ext>
            </a:extLst>
          </p:cNvPr>
          <p:cNvSpPr>
            <a:spLocks noGrp="1"/>
          </p:cNvSpPr>
          <p:nvPr>
            <p:ph type="title"/>
          </p:nvPr>
        </p:nvSpPr>
        <p:spPr/>
        <p:txBody>
          <a:bodyPr/>
          <a:lstStyle/>
          <a:p>
            <a:r>
              <a:rPr kumimoji="1" lang="zh-TW" altLang="en-US" b="1" dirty="0"/>
              <a:t>快速啟用</a:t>
            </a:r>
            <a:r>
              <a:rPr kumimoji="1" lang="en-US" altLang="zh-TW" sz="2000" b="1" dirty="0">
                <a:solidFill>
                  <a:schemeClr val="tx1">
                    <a:lumMod val="50000"/>
                    <a:lumOff val="50000"/>
                  </a:schemeClr>
                </a:solidFill>
              </a:rPr>
              <a:t>(1.</a:t>
            </a:r>
            <a:r>
              <a:rPr kumimoji="1" lang="zh-TW" altLang="en-US" sz="2000" b="1" dirty="0">
                <a:solidFill>
                  <a:schemeClr val="tx1">
                    <a:lumMod val="50000"/>
                    <a:lumOff val="50000"/>
                  </a:schemeClr>
                </a:solidFill>
              </a:rPr>
              <a:t> </a:t>
            </a:r>
            <a:r>
              <a:rPr kumimoji="1" lang="en-US" altLang="zh-TW" sz="2000" b="1" dirty="0">
                <a:solidFill>
                  <a:schemeClr val="tx1">
                    <a:lumMod val="50000"/>
                    <a:lumOff val="50000"/>
                  </a:schemeClr>
                </a:solidFill>
              </a:rPr>
              <a:t>STEP 4</a:t>
            </a:r>
            <a:r>
              <a:rPr kumimoji="1" lang="zh-TW" altLang="en-US" sz="2000" b="1" dirty="0">
                <a:solidFill>
                  <a:schemeClr val="tx1">
                    <a:lumMod val="50000"/>
                    <a:lumOff val="50000"/>
                  </a:schemeClr>
                </a:solidFill>
              </a:rPr>
              <a:t>不換行</a:t>
            </a:r>
            <a:r>
              <a:rPr kumimoji="1" lang="en-US" altLang="zh-TW" sz="2000" b="1" dirty="0">
                <a:solidFill>
                  <a:schemeClr val="tx1">
                    <a:lumMod val="50000"/>
                    <a:lumOff val="50000"/>
                  </a:schemeClr>
                </a:solidFill>
              </a:rPr>
              <a:t>)</a:t>
            </a:r>
            <a:endParaRPr kumimoji="1" lang="zh-TW" altLang="en-US" b="1" dirty="0">
              <a:solidFill>
                <a:schemeClr val="tx1">
                  <a:lumMod val="50000"/>
                  <a:lumOff val="50000"/>
                </a:schemeClr>
              </a:solidFill>
            </a:endParaRPr>
          </a:p>
        </p:txBody>
      </p:sp>
      <p:pic>
        <p:nvPicPr>
          <p:cNvPr id="4" name="圖片 3">
            <a:extLst>
              <a:ext uri="{FF2B5EF4-FFF2-40B4-BE49-F238E27FC236}">
                <a16:creationId xmlns:a16="http://schemas.microsoft.com/office/drawing/2014/main" id="{61F68233-5D57-7ECD-47C1-F58F67CB7CD8}"/>
              </a:ext>
            </a:extLst>
          </p:cNvPr>
          <p:cNvPicPr>
            <a:picLocks noChangeAspect="1"/>
          </p:cNvPicPr>
          <p:nvPr/>
        </p:nvPicPr>
        <p:blipFill rotWithShape="1">
          <a:blip r:embed="rId2"/>
          <a:srcRect l="18981" r="30078"/>
          <a:stretch/>
        </p:blipFill>
        <p:spPr>
          <a:xfrm>
            <a:off x="358605" y="880551"/>
            <a:ext cx="6087036" cy="5487592"/>
          </a:xfrm>
          <a:prstGeom prst="rect">
            <a:avLst/>
          </a:prstGeom>
        </p:spPr>
      </p:pic>
      <p:sp>
        <p:nvSpPr>
          <p:cNvPr id="5" name="矩形 4">
            <a:extLst>
              <a:ext uri="{FF2B5EF4-FFF2-40B4-BE49-F238E27FC236}">
                <a16:creationId xmlns:a16="http://schemas.microsoft.com/office/drawing/2014/main" id="{A4A52D98-5E73-20B8-93D0-DA767D4FE856}"/>
              </a:ext>
            </a:extLst>
          </p:cNvPr>
          <p:cNvSpPr/>
          <p:nvPr/>
        </p:nvSpPr>
        <p:spPr bwMode="auto">
          <a:xfrm>
            <a:off x="1816717" y="5173362"/>
            <a:ext cx="720537" cy="856735"/>
          </a:xfrm>
          <a:prstGeom prst="rect">
            <a:avLst/>
          </a:prstGeom>
          <a:noFill/>
          <a:ln w="28575" cap="flat" cmpd="sng" algn="ctr">
            <a:solidFill>
              <a:srgbClr val="2B31F4"/>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4000" b="1" i="0" u="none" strike="noStrike" kern="1200" cap="none" spc="0" normalizeH="0" baseline="0" noProof="0">
              <a:ln>
                <a:noFill/>
              </a:ln>
              <a:solidFill>
                <a:prstClr val="black"/>
              </a:solidFill>
              <a:effectLst/>
              <a:uLnTx/>
              <a:uFillTx/>
              <a:latin typeface="Arial" charset="0"/>
              <a:ea typeface="华文楷体" pitchFamily="2" charset="-122"/>
              <a:cs typeface="+mn-cs"/>
            </a:endParaRPr>
          </a:p>
        </p:txBody>
      </p:sp>
      <p:sp>
        <p:nvSpPr>
          <p:cNvPr id="7" name="文字方塊 6">
            <a:extLst>
              <a:ext uri="{FF2B5EF4-FFF2-40B4-BE49-F238E27FC236}">
                <a16:creationId xmlns:a16="http://schemas.microsoft.com/office/drawing/2014/main" id="{89893A78-9F15-78A7-F93E-42E1863F5685}"/>
              </a:ext>
            </a:extLst>
          </p:cNvPr>
          <p:cNvSpPr txBox="1"/>
          <p:nvPr/>
        </p:nvSpPr>
        <p:spPr>
          <a:xfrm>
            <a:off x="5682049" y="5324730"/>
            <a:ext cx="2407508" cy="461665"/>
          </a:xfrm>
          <a:prstGeom prst="rect">
            <a:avLst/>
          </a:prstGeom>
          <a:solidFill>
            <a:srgbClr val="FDF3DB"/>
          </a:solidFill>
        </p:spPr>
        <p:txBody>
          <a:bodyPr wrap="square" rtlCol="0">
            <a:spAutoFit/>
          </a:bodyPr>
          <a:lstStyle>
            <a:defPPr>
              <a:defRPr lang="en-US"/>
            </a:defPPr>
            <a:lvl1pPr>
              <a:defRPr sz="1200" b="0">
                <a:latin typeface="微軟正黑體" panose="020B0604030504040204" pitchFamily="34" charset="-120"/>
                <a:ea typeface="微軟正黑體" panose="020B0604030504040204" pitchFamily="34" charset="-120"/>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TW" altLang="en-US" sz="12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調整中文字每行字數配合以配合</a:t>
            </a:r>
            <a:r>
              <a:rPr kumimoji="0" lang="en-US" altLang="zh-TW" sz="12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STEP 4</a:t>
            </a:r>
            <a:r>
              <a:rPr kumimoji="0" lang="zh-TW" altLang="en-US" sz="12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不換行</a:t>
            </a:r>
          </a:p>
        </p:txBody>
      </p:sp>
    </p:spTree>
    <p:extLst>
      <p:ext uri="{BB962C8B-B14F-4D97-AF65-F5344CB8AC3E}">
        <p14:creationId xmlns:p14="http://schemas.microsoft.com/office/powerpoint/2010/main" val="1746679900"/>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9CAB29D-AF3F-9346-B955-279AC2CD3C92}"/>
              </a:ext>
            </a:extLst>
          </p:cNvPr>
          <p:cNvSpPr>
            <a:spLocks noGrp="1"/>
          </p:cNvSpPr>
          <p:nvPr>
            <p:ph type="title"/>
          </p:nvPr>
        </p:nvSpPr>
        <p:spPr/>
        <p:txBody>
          <a:bodyPr/>
          <a:lstStyle/>
          <a:p>
            <a:r>
              <a:rPr kumimoji="1" lang="zh-TW" altLang="en-US" b="1" dirty="0"/>
              <a:t>快速啟用</a:t>
            </a:r>
            <a:r>
              <a:rPr kumimoji="1" lang="en-US" altLang="zh-TW" sz="2000" b="1" dirty="0">
                <a:solidFill>
                  <a:schemeClr val="tx1">
                    <a:lumMod val="50000"/>
                    <a:lumOff val="50000"/>
                  </a:schemeClr>
                </a:solidFill>
              </a:rPr>
              <a:t>(1.</a:t>
            </a:r>
            <a:r>
              <a:rPr kumimoji="1" lang="zh-TW" altLang="en-US" sz="2000" b="1" dirty="0">
                <a:solidFill>
                  <a:schemeClr val="tx1">
                    <a:lumMod val="50000"/>
                    <a:lumOff val="50000"/>
                  </a:schemeClr>
                </a:solidFill>
              </a:rPr>
              <a:t>非本行客戶</a:t>
            </a:r>
            <a:r>
              <a:rPr kumimoji="1" lang="en-US" altLang="zh-TW" sz="2000" b="1" dirty="0">
                <a:solidFill>
                  <a:schemeClr val="tx1">
                    <a:lumMod val="50000"/>
                    <a:lumOff val="50000"/>
                  </a:schemeClr>
                </a:solidFill>
              </a:rPr>
              <a:t>step</a:t>
            </a:r>
            <a:r>
              <a:rPr kumimoji="1" lang="zh-TW" altLang="en-US" sz="2000" b="1" dirty="0">
                <a:solidFill>
                  <a:schemeClr val="tx1">
                    <a:lumMod val="50000"/>
                    <a:lumOff val="50000"/>
                  </a:schemeClr>
                </a:solidFill>
              </a:rPr>
              <a:t>說明中加入對應連結、</a:t>
            </a:r>
            <a:r>
              <a:rPr kumimoji="1" lang="en-US" altLang="zh-TW" sz="2000" b="1" dirty="0">
                <a:solidFill>
                  <a:schemeClr val="tx1">
                    <a:lumMod val="50000"/>
                    <a:lumOff val="50000"/>
                  </a:schemeClr>
                </a:solidFill>
              </a:rPr>
              <a:t> 2.</a:t>
            </a:r>
            <a:r>
              <a:rPr kumimoji="1" lang="zh-TW" altLang="en-US" sz="2000" b="1" dirty="0">
                <a:solidFill>
                  <a:schemeClr val="tx1">
                    <a:lumMod val="50000"/>
                    <a:lumOff val="50000"/>
                  </a:schemeClr>
                </a:solidFill>
              </a:rPr>
              <a:t>非本行客戶</a:t>
            </a:r>
            <a:r>
              <a:rPr kumimoji="1" lang="en-US" altLang="zh-TW" sz="2000" b="1" dirty="0">
                <a:solidFill>
                  <a:schemeClr val="tx1">
                    <a:lumMod val="50000"/>
                    <a:lumOff val="50000"/>
                  </a:schemeClr>
                </a:solidFill>
              </a:rPr>
              <a:t>step</a:t>
            </a:r>
            <a:r>
              <a:rPr kumimoji="1" lang="zh-TW" altLang="en-US" sz="2000" b="1" dirty="0">
                <a:solidFill>
                  <a:schemeClr val="tx1">
                    <a:lumMod val="50000"/>
                    <a:lumOff val="50000"/>
                  </a:schemeClr>
                </a:solidFill>
              </a:rPr>
              <a:t>說明中加入對應連結</a:t>
            </a:r>
            <a:r>
              <a:rPr kumimoji="1" lang="en-US" altLang="zh-TW" sz="2000" b="1" dirty="0">
                <a:solidFill>
                  <a:schemeClr val="tx1">
                    <a:lumMod val="50000"/>
                    <a:lumOff val="50000"/>
                  </a:schemeClr>
                </a:solidFill>
              </a:rPr>
              <a:t>)</a:t>
            </a:r>
            <a:endParaRPr kumimoji="1" lang="zh-TW" altLang="en-US" b="1" dirty="0">
              <a:solidFill>
                <a:schemeClr val="tx1">
                  <a:lumMod val="50000"/>
                  <a:lumOff val="50000"/>
                </a:schemeClr>
              </a:solidFill>
            </a:endParaRPr>
          </a:p>
        </p:txBody>
      </p:sp>
      <p:pic>
        <p:nvPicPr>
          <p:cNvPr id="9" name="圖片 8">
            <a:extLst>
              <a:ext uri="{FF2B5EF4-FFF2-40B4-BE49-F238E27FC236}">
                <a16:creationId xmlns:a16="http://schemas.microsoft.com/office/drawing/2014/main" id="{A7E45E6D-BF6D-4FE2-1197-4EA3E18E90BD}"/>
              </a:ext>
            </a:extLst>
          </p:cNvPr>
          <p:cNvPicPr>
            <a:picLocks noChangeAspect="1"/>
          </p:cNvPicPr>
          <p:nvPr/>
        </p:nvPicPr>
        <p:blipFill rotWithShape="1">
          <a:blip r:embed="rId2"/>
          <a:srcRect t="20310"/>
          <a:stretch/>
        </p:blipFill>
        <p:spPr>
          <a:xfrm>
            <a:off x="688170" y="876300"/>
            <a:ext cx="3092933" cy="2461796"/>
          </a:xfrm>
          <a:prstGeom prst="rect">
            <a:avLst/>
          </a:prstGeom>
        </p:spPr>
      </p:pic>
      <p:sp>
        <p:nvSpPr>
          <p:cNvPr id="11" name="矩形 10">
            <a:extLst>
              <a:ext uri="{FF2B5EF4-FFF2-40B4-BE49-F238E27FC236}">
                <a16:creationId xmlns:a16="http://schemas.microsoft.com/office/drawing/2014/main" id="{346F6664-59ED-0702-679B-EA8A1D0F0D78}"/>
              </a:ext>
            </a:extLst>
          </p:cNvPr>
          <p:cNvSpPr/>
          <p:nvPr/>
        </p:nvSpPr>
        <p:spPr bwMode="auto">
          <a:xfrm>
            <a:off x="2100699" y="3025058"/>
            <a:ext cx="823784" cy="181232"/>
          </a:xfrm>
          <a:prstGeom prst="rect">
            <a:avLst/>
          </a:prstGeom>
          <a:noFill/>
          <a:ln w="28575" cap="flat" cmpd="sng" algn="ctr">
            <a:solidFill>
              <a:srgbClr val="2B31F4"/>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a:ln>
                <a:noFill/>
              </a:ln>
              <a:solidFill>
                <a:schemeClr val="tx1"/>
              </a:solidFill>
              <a:effectLst/>
              <a:latin typeface="Arial" charset="0"/>
              <a:ea typeface="华文楷体" pitchFamily="2" charset="-122"/>
            </a:endParaRPr>
          </a:p>
        </p:txBody>
      </p:sp>
      <p:sp>
        <p:nvSpPr>
          <p:cNvPr id="15" name="文字方塊 14">
            <a:extLst>
              <a:ext uri="{FF2B5EF4-FFF2-40B4-BE49-F238E27FC236}">
                <a16:creationId xmlns:a16="http://schemas.microsoft.com/office/drawing/2014/main" id="{478EE509-2CEE-1408-CB38-63E86B2920AB}"/>
              </a:ext>
            </a:extLst>
          </p:cNvPr>
          <p:cNvSpPr txBox="1"/>
          <p:nvPr/>
        </p:nvSpPr>
        <p:spPr>
          <a:xfrm>
            <a:off x="2034796" y="2302697"/>
            <a:ext cx="2407508" cy="646331"/>
          </a:xfrm>
          <a:prstGeom prst="rect">
            <a:avLst/>
          </a:prstGeom>
          <a:solidFill>
            <a:srgbClr val="FDF3DB"/>
          </a:solidFill>
        </p:spPr>
        <p:txBody>
          <a:bodyPr wrap="square" rtlCol="0">
            <a:spAutoFit/>
          </a:bodyPr>
          <a:lstStyle>
            <a:defPPr>
              <a:defRPr lang="en-US"/>
            </a:defPPr>
            <a:lvl1pPr>
              <a:defRPr sz="1200" b="0">
                <a:latin typeface="微軟正黑體" panose="020B0604030504040204" pitchFamily="34" charset="-120"/>
                <a:ea typeface="微軟正黑體" panose="020B0604030504040204" pitchFamily="34" charset="-120"/>
              </a:defRPr>
            </a:lvl1pPr>
          </a:lstStyle>
          <a:p>
            <a:pPr rtl="0"/>
            <a:r>
              <a:rPr kumimoji="0" lang="zh-TW" altLang="en-US" sz="12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開立永豐信託帳戶</a:t>
            </a:r>
            <a:r>
              <a:rPr lang="en-US" altLang="zh-TW" dirty="0">
                <a:effectLst/>
                <a:latin typeface="-apple-system"/>
                <a:hlinkClick r:id="rId3" tooltip="https://mma.sinopac.com/fund/fundqueries/trustapply_first.aspx"/>
              </a:rPr>
              <a:t>https://mma.sinopac.com/Fund/FundQueries/TrustApply_First.aspx</a:t>
            </a:r>
            <a:endParaRPr lang="en-US" altLang="zh-TW" dirty="0">
              <a:effectLst/>
              <a:latin typeface="-apple-system"/>
            </a:endParaRPr>
          </a:p>
        </p:txBody>
      </p:sp>
      <p:pic>
        <p:nvPicPr>
          <p:cNvPr id="17" name="圖片 16">
            <a:extLst>
              <a:ext uri="{FF2B5EF4-FFF2-40B4-BE49-F238E27FC236}">
                <a16:creationId xmlns:a16="http://schemas.microsoft.com/office/drawing/2014/main" id="{F62BE97A-6E4C-A99D-2D8A-0F9EA0DE3790}"/>
              </a:ext>
            </a:extLst>
          </p:cNvPr>
          <p:cNvPicPr>
            <a:picLocks noChangeAspect="1"/>
          </p:cNvPicPr>
          <p:nvPr/>
        </p:nvPicPr>
        <p:blipFill rotWithShape="1">
          <a:blip r:embed="rId4"/>
          <a:srcRect t="20310"/>
          <a:stretch/>
        </p:blipFill>
        <p:spPr>
          <a:xfrm>
            <a:off x="4526875" y="876300"/>
            <a:ext cx="2951210" cy="2461796"/>
          </a:xfrm>
          <a:prstGeom prst="rect">
            <a:avLst/>
          </a:prstGeom>
        </p:spPr>
      </p:pic>
      <p:sp>
        <p:nvSpPr>
          <p:cNvPr id="19" name="矩形 18">
            <a:extLst>
              <a:ext uri="{FF2B5EF4-FFF2-40B4-BE49-F238E27FC236}">
                <a16:creationId xmlns:a16="http://schemas.microsoft.com/office/drawing/2014/main" id="{3DD75C3D-500E-C833-392F-DA6F5AF1C00B}"/>
              </a:ext>
            </a:extLst>
          </p:cNvPr>
          <p:cNvSpPr/>
          <p:nvPr/>
        </p:nvSpPr>
        <p:spPr bwMode="auto">
          <a:xfrm>
            <a:off x="5913596" y="3087099"/>
            <a:ext cx="1071562" cy="181232"/>
          </a:xfrm>
          <a:prstGeom prst="rect">
            <a:avLst/>
          </a:prstGeom>
          <a:noFill/>
          <a:ln w="28575" cap="flat" cmpd="sng" algn="ctr">
            <a:solidFill>
              <a:srgbClr val="2B31F4"/>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a:ln>
                <a:noFill/>
              </a:ln>
              <a:solidFill>
                <a:schemeClr val="tx1"/>
              </a:solidFill>
              <a:effectLst/>
              <a:latin typeface="Arial" charset="0"/>
              <a:ea typeface="华文楷体" pitchFamily="2" charset="-122"/>
            </a:endParaRPr>
          </a:p>
        </p:txBody>
      </p:sp>
      <p:sp>
        <p:nvSpPr>
          <p:cNvPr id="20" name="文字方塊 19">
            <a:extLst>
              <a:ext uri="{FF2B5EF4-FFF2-40B4-BE49-F238E27FC236}">
                <a16:creationId xmlns:a16="http://schemas.microsoft.com/office/drawing/2014/main" id="{73D4DFE0-933F-9EA8-1408-171F54567BFA}"/>
              </a:ext>
            </a:extLst>
          </p:cNvPr>
          <p:cNvSpPr txBox="1"/>
          <p:nvPr/>
        </p:nvSpPr>
        <p:spPr>
          <a:xfrm>
            <a:off x="5224596" y="2302696"/>
            <a:ext cx="2532234" cy="646331"/>
          </a:xfrm>
          <a:prstGeom prst="rect">
            <a:avLst/>
          </a:prstGeom>
          <a:solidFill>
            <a:srgbClr val="FDF3DB"/>
          </a:solidFill>
        </p:spPr>
        <p:txBody>
          <a:bodyPr wrap="square" rtlCol="0">
            <a:spAutoFit/>
          </a:bodyPr>
          <a:lstStyle>
            <a:defPPr>
              <a:defRPr lang="en-US"/>
            </a:defPPr>
            <a:lvl1pPr>
              <a:defRPr sz="1200" b="0">
                <a:latin typeface="微軟正黑體" panose="020B0604030504040204" pitchFamily="34" charset="-120"/>
                <a:ea typeface="微軟正黑體" panose="020B0604030504040204" pitchFamily="34" charset="-120"/>
              </a:defRPr>
            </a:lvl1pPr>
          </a:lstStyle>
          <a:p>
            <a:pPr rtl="0"/>
            <a:r>
              <a:rPr kumimoji="0" lang="zh-TW" altLang="en-US" sz="12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退休可攜約定條款簽署</a:t>
            </a:r>
            <a:endParaRPr kumimoji="0" lang="en-US" altLang="zh-TW" sz="12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endParaRPr>
          </a:p>
          <a:p>
            <a:pPr rtl="0"/>
            <a:r>
              <a:rPr lang="en-US" altLang="zh-TW" dirty="0">
                <a:effectLst/>
                <a:latin typeface="-apple-system"/>
                <a:hlinkClick r:id="rId5"/>
              </a:rPr>
              <a:t>https://mma.sinopac.com/Fund/FundQueries/PortableStatus_First.aspx</a:t>
            </a:r>
            <a:endParaRPr lang="en-US" altLang="zh-TW" dirty="0">
              <a:effectLst/>
              <a:latin typeface="-apple-system"/>
            </a:endParaRPr>
          </a:p>
        </p:txBody>
      </p:sp>
      <p:pic>
        <p:nvPicPr>
          <p:cNvPr id="24" name="圖片 23">
            <a:extLst>
              <a:ext uri="{FF2B5EF4-FFF2-40B4-BE49-F238E27FC236}">
                <a16:creationId xmlns:a16="http://schemas.microsoft.com/office/drawing/2014/main" id="{DE7CCCC8-CFDF-2326-DEFB-5BFFB27B0FE9}"/>
              </a:ext>
            </a:extLst>
          </p:cNvPr>
          <p:cNvPicPr>
            <a:picLocks noChangeAspect="1"/>
          </p:cNvPicPr>
          <p:nvPr/>
        </p:nvPicPr>
        <p:blipFill rotWithShape="1">
          <a:blip r:embed="rId6"/>
          <a:srcRect t="21962"/>
          <a:stretch/>
        </p:blipFill>
        <p:spPr>
          <a:xfrm>
            <a:off x="688170" y="3473084"/>
            <a:ext cx="3092933" cy="2794421"/>
          </a:xfrm>
          <a:prstGeom prst="rect">
            <a:avLst/>
          </a:prstGeom>
        </p:spPr>
      </p:pic>
      <p:sp>
        <p:nvSpPr>
          <p:cNvPr id="25" name="文字方塊 24">
            <a:extLst>
              <a:ext uri="{FF2B5EF4-FFF2-40B4-BE49-F238E27FC236}">
                <a16:creationId xmlns:a16="http://schemas.microsoft.com/office/drawing/2014/main" id="{0F5289CE-2D30-CF6C-798B-46C18E5FB010}"/>
              </a:ext>
            </a:extLst>
          </p:cNvPr>
          <p:cNvSpPr txBox="1"/>
          <p:nvPr/>
        </p:nvSpPr>
        <p:spPr>
          <a:xfrm>
            <a:off x="143162" y="876299"/>
            <a:ext cx="430887" cy="2484437"/>
          </a:xfrm>
          <a:prstGeom prst="rect">
            <a:avLst/>
          </a:prstGeom>
          <a:solidFill>
            <a:schemeClr val="accent6"/>
          </a:solidFill>
        </p:spPr>
        <p:txBody>
          <a:bodyPr vert="eaVert" wrap="square" rtlCol="0" anchor="ctr">
            <a:spAutoFit/>
          </a:bodyPr>
          <a:lstStyle/>
          <a:p>
            <a:pPr algn="ctr"/>
            <a:r>
              <a:rPr lang="zh-TW" altLang="en-US" sz="1600" dirty="0">
                <a:solidFill>
                  <a:schemeClr val="bg1"/>
                </a:solidFill>
                <a:latin typeface="微軟正黑體" panose="020B0604030504040204" pitchFamily="34" charset="-120"/>
                <a:ea typeface="微軟正黑體" panose="020B0604030504040204" pitchFamily="34" charset="-120"/>
              </a:rPr>
              <a:t>非本行客戶攜入庫存</a:t>
            </a:r>
          </a:p>
        </p:txBody>
      </p:sp>
      <p:sp>
        <p:nvSpPr>
          <p:cNvPr id="26" name="文字方塊 25">
            <a:extLst>
              <a:ext uri="{FF2B5EF4-FFF2-40B4-BE49-F238E27FC236}">
                <a16:creationId xmlns:a16="http://schemas.microsoft.com/office/drawing/2014/main" id="{6044FAD3-A0AB-4AC4-7F2F-81AC2F887755}"/>
              </a:ext>
            </a:extLst>
          </p:cNvPr>
          <p:cNvSpPr txBox="1"/>
          <p:nvPr/>
        </p:nvSpPr>
        <p:spPr>
          <a:xfrm>
            <a:off x="155057" y="3473084"/>
            <a:ext cx="430887" cy="2794421"/>
          </a:xfrm>
          <a:prstGeom prst="rect">
            <a:avLst/>
          </a:prstGeom>
          <a:solidFill>
            <a:schemeClr val="accent6"/>
          </a:solidFill>
        </p:spPr>
        <p:txBody>
          <a:bodyPr vert="eaVert" wrap="square" rtlCol="0" anchor="ctr">
            <a:spAutoFit/>
          </a:bodyPr>
          <a:lstStyle/>
          <a:p>
            <a:pPr algn="ctr"/>
            <a:r>
              <a:rPr lang="zh-TW" altLang="en-US" sz="1600" dirty="0">
                <a:solidFill>
                  <a:schemeClr val="bg1"/>
                </a:solidFill>
                <a:latin typeface="微軟正黑體" panose="020B0604030504040204" pitchFamily="34" charset="-120"/>
                <a:ea typeface="微軟正黑體" panose="020B0604030504040204" pitchFamily="34" charset="-120"/>
              </a:rPr>
              <a:t>本行客戶申購基金</a:t>
            </a:r>
          </a:p>
        </p:txBody>
      </p:sp>
      <p:sp>
        <p:nvSpPr>
          <p:cNvPr id="27" name="矩形 26">
            <a:extLst>
              <a:ext uri="{FF2B5EF4-FFF2-40B4-BE49-F238E27FC236}">
                <a16:creationId xmlns:a16="http://schemas.microsoft.com/office/drawing/2014/main" id="{F28D74E8-3C85-204A-3A73-E2F7A90F00A0}"/>
              </a:ext>
            </a:extLst>
          </p:cNvPr>
          <p:cNvSpPr/>
          <p:nvPr/>
        </p:nvSpPr>
        <p:spPr bwMode="auto">
          <a:xfrm>
            <a:off x="2072124" y="5996988"/>
            <a:ext cx="1256864" cy="181232"/>
          </a:xfrm>
          <a:prstGeom prst="rect">
            <a:avLst/>
          </a:prstGeom>
          <a:noFill/>
          <a:ln w="28575" cap="flat" cmpd="sng" algn="ctr">
            <a:solidFill>
              <a:srgbClr val="2B31F4"/>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a:ln>
                <a:noFill/>
              </a:ln>
              <a:solidFill>
                <a:schemeClr val="tx1"/>
              </a:solidFill>
              <a:effectLst/>
              <a:latin typeface="Arial" charset="0"/>
              <a:ea typeface="华文楷体" pitchFamily="2" charset="-122"/>
            </a:endParaRPr>
          </a:p>
        </p:txBody>
      </p:sp>
      <p:pic>
        <p:nvPicPr>
          <p:cNvPr id="30" name="圖片 29">
            <a:extLst>
              <a:ext uri="{FF2B5EF4-FFF2-40B4-BE49-F238E27FC236}">
                <a16:creationId xmlns:a16="http://schemas.microsoft.com/office/drawing/2014/main" id="{1C2FB91F-1A02-3EF4-3003-FCE5E9A11FCB}"/>
              </a:ext>
            </a:extLst>
          </p:cNvPr>
          <p:cNvPicPr>
            <a:picLocks noChangeAspect="1"/>
          </p:cNvPicPr>
          <p:nvPr/>
        </p:nvPicPr>
        <p:blipFill rotWithShape="1">
          <a:blip r:embed="rId7"/>
          <a:srcRect t="20739"/>
          <a:stretch/>
        </p:blipFill>
        <p:spPr>
          <a:xfrm>
            <a:off x="4535113" y="3481007"/>
            <a:ext cx="2942972" cy="2770022"/>
          </a:xfrm>
          <a:prstGeom prst="rect">
            <a:avLst/>
          </a:prstGeom>
        </p:spPr>
      </p:pic>
      <p:sp>
        <p:nvSpPr>
          <p:cNvPr id="28" name="文字方塊 27">
            <a:extLst>
              <a:ext uri="{FF2B5EF4-FFF2-40B4-BE49-F238E27FC236}">
                <a16:creationId xmlns:a16="http://schemas.microsoft.com/office/drawing/2014/main" id="{0023EE52-37A8-481D-5CAB-5094EEA573FA}"/>
              </a:ext>
            </a:extLst>
          </p:cNvPr>
          <p:cNvSpPr txBox="1"/>
          <p:nvPr/>
        </p:nvSpPr>
        <p:spPr>
          <a:xfrm>
            <a:off x="2072124" y="5262828"/>
            <a:ext cx="2532234" cy="646331"/>
          </a:xfrm>
          <a:prstGeom prst="rect">
            <a:avLst/>
          </a:prstGeom>
          <a:solidFill>
            <a:srgbClr val="FDF3DB"/>
          </a:solidFill>
        </p:spPr>
        <p:txBody>
          <a:bodyPr wrap="square" rtlCol="0">
            <a:spAutoFit/>
          </a:bodyPr>
          <a:lstStyle>
            <a:defPPr>
              <a:defRPr lang="en-US"/>
            </a:defPPr>
            <a:lvl1pPr>
              <a:defRPr sz="1200" b="0">
                <a:latin typeface="微軟正黑體" panose="020B0604030504040204" pitchFamily="34" charset="-120"/>
                <a:ea typeface="微軟正黑體" panose="020B0604030504040204" pitchFamily="34" charset="-120"/>
              </a:defRPr>
            </a:lvl1pPr>
          </a:lstStyle>
          <a:p>
            <a:pPr rtl="0"/>
            <a:r>
              <a:rPr kumimoji="0" lang="zh-TW" altLang="en-US" sz="12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退休可攜約定條款</a:t>
            </a:r>
            <a:r>
              <a:rPr lang="en-US" altLang="zh-TW" dirty="0">
                <a:effectLst/>
                <a:latin typeface="-apple-system"/>
                <a:hlinkClick r:id="rId5"/>
              </a:rPr>
              <a:t>https://mma.sinopac.com/Fund/FundQueries/PortableStatus_First.aspx</a:t>
            </a:r>
            <a:endParaRPr lang="en-US" altLang="zh-TW" dirty="0">
              <a:effectLst/>
              <a:latin typeface="-apple-system"/>
            </a:endParaRPr>
          </a:p>
        </p:txBody>
      </p:sp>
      <p:sp>
        <p:nvSpPr>
          <p:cNvPr id="31" name="矩形 30">
            <a:extLst>
              <a:ext uri="{FF2B5EF4-FFF2-40B4-BE49-F238E27FC236}">
                <a16:creationId xmlns:a16="http://schemas.microsoft.com/office/drawing/2014/main" id="{A9FFE90F-2022-605B-280B-739E7B1CC5D9}"/>
              </a:ext>
            </a:extLst>
          </p:cNvPr>
          <p:cNvSpPr/>
          <p:nvPr/>
        </p:nvSpPr>
        <p:spPr bwMode="auto">
          <a:xfrm>
            <a:off x="5936455" y="5966065"/>
            <a:ext cx="1026319" cy="181232"/>
          </a:xfrm>
          <a:prstGeom prst="rect">
            <a:avLst/>
          </a:prstGeom>
          <a:noFill/>
          <a:ln w="28575" cap="flat" cmpd="sng" algn="ctr">
            <a:solidFill>
              <a:srgbClr val="2B31F4"/>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a:ln>
                <a:noFill/>
              </a:ln>
              <a:solidFill>
                <a:schemeClr val="tx1"/>
              </a:solidFill>
              <a:effectLst/>
              <a:latin typeface="Arial" charset="0"/>
              <a:ea typeface="华文楷体" pitchFamily="2" charset="-122"/>
            </a:endParaRPr>
          </a:p>
        </p:txBody>
      </p:sp>
      <p:sp>
        <p:nvSpPr>
          <p:cNvPr id="34" name="文字方塊 33">
            <a:extLst>
              <a:ext uri="{FF2B5EF4-FFF2-40B4-BE49-F238E27FC236}">
                <a16:creationId xmlns:a16="http://schemas.microsoft.com/office/drawing/2014/main" id="{73A66DDB-C158-12C3-C645-3257F9CCA76D}"/>
              </a:ext>
            </a:extLst>
          </p:cNvPr>
          <p:cNvSpPr txBox="1"/>
          <p:nvPr/>
        </p:nvSpPr>
        <p:spPr>
          <a:xfrm>
            <a:off x="5224596" y="5256516"/>
            <a:ext cx="2881436" cy="646331"/>
          </a:xfrm>
          <a:prstGeom prst="rect">
            <a:avLst/>
          </a:prstGeom>
          <a:solidFill>
            <a:srgbClr val="FDF3DB"/>
          </a:solidFill>
        </p:spPr>
        <p:txBody>
          <a:bodyPr wrap="square" rtlCol="0">
            <a:spAutoFit/>
          </a:bodyPr>
          <a:lstStyle>
            <a:defPPr>
              <a:defRPr lang="en-US"/>
            </a:defPPr>
            <a:lvl1pPr>
              <a:defRPr sz="1200" b="0">
                <a:latin typeface="微軟正黑體" panose="020B0604030504040204" pitchFamily="34" charset="-120"/>
                <a:ea typeface="微軟正黑體" panose="020B0604030504040204" pitchFamily="34" charset="-120"/>
              </a:defRPr>
            </a:lvl1pPr>
          </a:lstStyle>
          <a:p>
            <a:pPr rtl="0"/>
            <a:r>
              <a:rPr kumimoji="0" lang="zh-TW" altLang="en-US" sz="12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定時</a:t>
            </a:r>
            <a:r>
              <a:rPr kumimoji="0" lang="en-US" altLang="zh-TW" sz="12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a:t>
            </a:r>
            <a:r>
              <a:rPr kumimoji="0" lang="zh-TW" altLang="en-US" sz="12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不</a:t>
            </a:r>
            <a:r>
              <a:rPr kumimoji="0" lang="en-US" altLang="zh-TW" sz="12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a:t>
            </a:r>
            <a:r>
              <a:rPr kumimoji="0" lang="zh-TW" altLang="en-US" sz="12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定額投資方式</a:t>
            </a:r>
            <a:endParaRPr kumimoji="0" lang="en-US" altLang="zh-TW" sz="12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endParaRPr>
          </a:p>
          <a:p>
            <a:r>
              <a:rPr lang="zh-TW" altLang="en-US" sz="1200" dirty="0">
                <a:hlinkClick r:id="rId8"/>
              </a:rPr>
              <a:t>https://mma.sinopac.com/Fund/FundTransactions/cAuto_FirstN.aspx</a:t>
            </a:r>
            <a:endParaRPr lang="zh-TW" altLang="en-US" sz="1200" dirty="0"/>
          </a:p>
        </p:txBody>
      </p:sp>
      <p:sp>
        <p:nvSpPr>
          <p:cNvPr id="35" name="文字方塊 34">
            <a:extLst>
              <a:ext uri="{FF2B5EF4-FFF2-40B4-BE49-F238E27FC236}">
                <a16:creationId xmlns:a16="http://schemas.microsoft.com/office/drawing/2014/main" id="{AEA1049C-C4F4-6877-B0A8-C4395E6A33D1}"/>
              </a:ext>
            </a:extLst>
          </p:cNvPr>
          <p:cNvSpPr txBox="1"/>
          <p:nvPr/>
        </p:nvSpPr>
        <p:spPr>
          <a:xfrm>
            <a:off x="1920675" y="2107198"/>
            <a:ext cx="377026" cy="369332"/>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ltLang="zh-TW" sz="1800" dirty="0">
                <a:solidFill>
                  <a:srgbClr val="2B31F4"/>
                </a:solidFill>
              </a:rPr>
              <a:t>1</a:t>
            </a:r>
            <a:r>
              <a:rPr kumimoji="0" lang="en-US" altLang="zh-TW" sz="1800" b="1" i="0" u="none" strike="noStrike" kern="1200" cap="none" spc="0" normalizeH="0" baseline="0" noProof="0" dirty="0">
                <a:ln>
                  <a:noFill/>
                </a:ln>
                <a:solidFill>
                  <a:srgbClr val="2B31F4"/>
                </a:solidFill>
                <a:effectLst/>
                <a:uLnTx/>
                <a:uFillTx/>
                <a:latin typeface="Arial" charset="0"/>
                <a:ea typeface="华文楷体" pitchFamily="2" charset="-122"/>
                <a:cs typeface="+mn-cs"/>
              </a:rPr>
              <a:t>.</a:t>
            </a:r>
            <a:endParaRPr kumimoji="0" lang="zh-TW" altLang="en-US" sz="1800" b="1" i="0" u="none" strike="noStrike" kern="1200" cap="none" spc="0" normalizeH="0" baseline="0" noProof="0" dirty="0">
              <a:ln>
                <a:noFill/>
              </a:ln>
              <a:solidFill>
                <a:srgbClr val="2B31F4"/>
              </a:solidFill>
              <a:effectLst/>
              <a:uLnTx/>
              <a:uFillTx/>
              <a:latin typeface="Arial" charset="0"/>
              <a:ea typeface="华文楷体" pitchFamily="2" charset="-122"/>
              <a:cs typeface="+mn-cs"/>
            </a:endParaRPr>
          </a:p>
        </p:txBody>
      </p:sp>
      <p:sp>
        <p:nvSpPr>
          <p:cNvPr id="36" name="文字方塊 35">
            <a:extLst>
              <a:ext uri="{FF2B5EF4-FFF2-40B4-BE49-F238E27FC236}">
                <a16:creationId xmlns:a16="http://schemas.microsoft.com/office/drawing/2014/main" id="{72CC9F83-23E2-ECA9-687B-857209548D73}"/>
              </a:ext>
            </a:extLst>
          </p:cNvPr>
          <p:cNvSpPr txBox="1"/>
          <p:nvPr/>
        </p:nvSpPr>
        <p:spPr>
          <a:xfrm>
            <a:off x="5127729" y="2085965"/>
            <a:ext cx="377026" cy="369332"/>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ltLang="zh-TW" sz="1800" dirty="0">
                <a:solidFill>
                  <a:srgbClr val="2B31F4"/>
                </a:solidFill>
              </a:rPr>
              <a:t>1</a:t>
            </a:r>
            <a:r>
              <a:rPr kumimoji="0" lang="en-US" altLang="zh-TW" sz="1800" b="1" i="0" u="none" strike="noStrike" kern="1200" cap="none" spc="0" normalizeH="0" baseline="0" noProof="0" dirty="0">
                <a:ln>
                  <a:noFill/>
                </a:ln>
                <a:solidFill>
                  <a:srgbClr val="2B31F4"/>
                </a:solidFill>
                <a:effectLst/>
                <a:uLnTx/>
                <a:uFillTx/>
                <a:latin typeface="Arial" charset="0"/>
                <a:ea typeface="华文楷体" pitchFamily="2" charset="-122"/>
                <a:cs typeface="+mn-cs"/>
              </a:rPr>
              <a:t>.</a:t>
            </a:r>
            <a:endParaRPr kumimoji="0" lang="zh-TW" altLang="en-US" sz="1800" b="1" i="0" u="none" strike="noStrike" kern="1200" cap="none" spc="0" normalizeH="0" baseline="0" noProof="0" dirty="0">
              <a:ln>
                <a:noFill/>
              </a:ln>
              <a:solidFill>
                <a:srgbClr val="2B31F4"/>
              </a:solidFill>
              <a:effectLst/>
              <a:uLnTx/>
              <a:uFillTx/>
              <a:latin typeface="Arial" charset="0"/>
              <a:ea typeface="华文楷体" pitchFamily="2" charset="-122"/>
              <a:cs typeface="+mn-cs"/>
            </a:endParaRPr>
          </a:p>
        </p:txBody>
      </p:sp>
      <p:sp>
        <p:nvSpPr>
          <p:cNvPr id="37" name="文字方塊 36">
            <a:extLst>
              <a:ext uri="{FF2B5EF4-FFF2-40B4-BE49-F238E27FC236}">
                <a16:creationId xmlns:a16="http://schemas.microsoft.com/office/drawing/2014/main" id="{1A225394-7891-46C3-5674-3BCCB1A32A46}"/>
              </a:ext>
            </a:extLst>
          </p:cNvPr>
          <p:cNvSpPr txBox="1"/>
          <p:nvPr/>
        </p:nvSpPr>
        <p:spPr>
          <a:xfrm>
            <a:off x="1920675" y="5071850"/>
            <a:ext cx="377026" cy="369332"/>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800" b="1" i="0" u="none" strike="noStrike" kern="1200" cap="none" spc="0" normalizeH="0" baseline="0" noProof="0" dirty="0">
                <a:ln>
                  <a:noFill/>
                </a:ln>
                <a:solidFill>
                  <a:srgbClr val="2B31F4"/>
                </a:solidFill>
                <a:effectLst/>
                <a:uLnTx/>
                <a:uFillTx/>
                <a:latin typeface="Arial" charset="0"/>
                <a:ea typeface="华文楷体" pitchFamily="2" charset="-122"/>
                <a:cs typeface="+mn-cs"/>
              </a:rPr>
              <a:t>2.</a:t>
            </a:r>
            <a:endParaRPr kumimoji="0" lang="zh-TW" altLang="en-US" sz="1800" b="1" i="0" u="none" strike="noStrike" kern="1200" cap="none" spc="0" normalizeH="0" baseline="0" noProof="0" dirty="0">
              <a:ln>
                <a:noFill/>
              </a:ln>
              <a:solidFill>
                <a:srgbClr val="2B31F4"/>
              </a:solidFill>
              <a:effectLst/>
              <a:uLnTx/>
              <a:uFillTx/>
              <a:latin typeface="Arial" charset="0"/>
              <a:ea typeface="华文楷体" pitchFamily="2" charset="-122"/>
              <a:cs typeface="+mn-cs"/>
            </a:endParaRPr>
          </a:p>
        </p:txBody>
      </p:sp>
      <p:sp>
        <p:nvSpPr>
          <p:cNvPr id="38" name="文字方塊 37">
            <a:extLst>
              <a:ext uri="{FF2B5EF4-FFF2-40B4-BE49-F238E27FC236}">
                <a16:creationId xmlns:a16="http://schemas.microsoft.com/office/drawing/2014/main" id="{83445AD0-D5B0-ED4D-4E1B-7424160A0C55}"/>
              </a:ext>
            </a:extLst>
          </p:cNvPr>
          <p:cNvSpPr txBox="1"/>
          <p:nvPr/>
        </p:nvSpPr>
        <p:spPr>
          <a:xfrm>
            <a:off x="5127729" y="5075265"/>
            <a:ext cx="377026" cy="369332"/>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800" b="1" i="0" u="none" strike="noStrike" kern="1200" cap="none" spc="0" normalizeH="0" baseline="0" noProof="0" dirty="0">
                <a:ln>
                  <a:noFill/>
                </a:ln>
                <a:solidFill>
                  <a:srgbClr val="2B31F4"/>
                </a:solidFill>
                <a:effectLst/>
                <a:uLnTx/>
                <a:uFillTx/>
                <a:latin typeface="Arial" charset="0"/>
                <a:ea typeface="华文楷体" pitchFamily="2" charset="-122"/>
                <a:cs typeface="+mn-cs"/>
              </a:rPr>
              <a:t>2.</a:t>
            </a:r>
            <a:endParaRPr kumimoji="0" lang="zh-TW" altLang="en-US" sz="1800" b="1" i="0" u="none" strike="noStrike" kern="1200" cap="none" spc="0" normalizeH="0" baseline="0" noProof="0" dirty="0">
              <a:ln>
                <a:noFill/>
              </a:ln>
              <a:solidFill>
                <a:srgbClr val="2B31F4"/>
              </a:solidFill>
              <a:effectLst/>
              <a:uLnTx/>
              <a:uFillTx/>
              <a:latin typeface="Arial" charset="0"/>
              <a:ea typeface="华文楷体" pitchFamily="2" charset="-122"/>
              <a:cs typeface="+mn-cs"/>
            </a:endParaRPr>
          </a:p>
        </p:txBody>
      </p:sp>
    </p:spTree>
    <p:extLst>
      <p:ext uri="{BB962C8B-B14F-4D97-AF65-F5344CB8AC3E}">
        <p14:creationId xmlns:p14="http://schemas.microsoft.com/office/powerpoint/2010/main" val="2343480549"/>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9CAB29D-AF3F-9346-B955-279AC2CD3C92}"/>
              </a:ext>
            </a:extLst>
          </p:cNvPr>
          <p:cNvSpPr>
            <a:spLocks noGrp="1"/>
          </p:cNvSpPr>
          <p:nvPr>
            <p:ph type="title"/>
          </p:nvPr>
        </p:nvSpPr>
        <p:spPr/>
        <p:txBody>
          <a:bodyPr/>
          <a:lstStyle/>
          <a:p>
            <a:r>
              <a:rPr kumimoji="1" lang="zh-TW" altLang="en-US" b="1" dirty="0"/>
              <a:t>快速啟用</a:t>
            </a:r>
            <a:r>
              <a:rPr kumimoji="1" lang="en-US" altLang="zh-TW" sz="2000" b="1" dirty="0">
                <a:solidFill>
                  <a:schemeClr val="tx1">
                    <a:lumMod val="50000"/>
                    <a:lumOff val="50000"/>
                  </a:schemeClr>
                </a:solidFill>
              </a:rPr>
              <a:t>(</a:t>
            </a:r>
            <a:r>
              <a:rPr kumimoji="0" lang="zh-TW" altLang="en-US" sz="20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斷句換行顯示異常</a:t>
            </a:r>
            <a:r>
              <a:rPr kumimoji="1" lang="en-US" altLang="zh-TW" sz="2000" b="1" dirty="0">
                <a:solidFill>
                  <a:schemeClr val="tx1">
                    <a:lumMod val="50000"/>
                    <a:lumOff val="50000"/>
                  </a:schemeClr>
                </a:solidFill>
              </a:rPr>
              <a:t>)</a:t>
            </a:r>
            <a:endParaRPr kumimoji="1" lang="zh-TW" altLang="en-US" b="1" dirty="0">
              <a:solidFill>
                <a:schemeClr val="tx1">
                  <a:lumMod val="50000"/>
                  <a:lumOff val="50000"/>
                </a:schemeClr>
              </a:solidFill>
            </a:endParaRPr>
          </a:p>
        </p:txBody>
      </p:sp>
      <p:pic>
        <p:nvPicPr>
          <p:cNvPr id="6" name="圖片 5">
            <a:extLst>
              <a:ext uri="{FF2B5EF4-FFF2-40B4-BE49-F238E27FC236}">
                <a16:creationId xmlns:a16="http://schemas.microsoft.com/office/drawing/2014/main" id="{E9BEED54-B4C6-30BF-D78F-D62DA1E777E8}"/>
              </a:ext>
            </a:extLst>
          </p:cNvPr>
          <p:cNvPicPr>
            <a:picLocks noChangeAspect="1"/>
          </p:cNvPicPr>
          <p:nvPr/>
        </p:nvPicPr>
        <p:blipFill>
          <a:blip r:embed="rId2"/>
          <a:stretch>
            <a:fillRect/>
          </a:stretch>
        </p:blipFill>
        <p:spPr>
          <a:xfrm>
            <a:off x="170851" y="856735"/>
            <a:ext cx="7144695" cy="5263378"/>
          </a:xfrm>
          <a:prstGeom prst="rect">
            <a:avLst/>
          </a:prstGeom>
        </p:spPr>
      </p:pic>
      <p:sp>
        <p:nvSpPr>
          <p:cNvPr id="7" name="文字方塊 6">
            <a:extLst>
              <a:ext uri="{FF2B5EF4-FFF2-40B4-BE49-F238E27FC236}">
                <a16:creationId xmlns:a16="http://schemas.microsoft.com/office/drawing/2014/main" id="{89893A78-9F15-78A7-F93E-42E1863F5685}"/>
              </a:ext>
            </a:extLst>
          </p:cNvPr>
          <p:cNvSpPr txBox="1"/>
          <p:nvPr/>
        </p:nvSpPr>
        <p:spPr>
          <a:xfrm>
            <a:off x="1999734" y="2589768"/>
            <a:ext cx="2975920" cy="276999"/>
          </a:xfrm>
          <a:prstGeom prst="rect">
            <a:avLst/>
          </a:prstGeom>
          <a:solidFill>
            <a:srgbClr val="FDF3DB"/>
          </a:solidFill>
        </p:spPr>
        <p:txBody>
          <a:bodyPr wrap="square" rtlCol="0">
            <a:spAutoFit/>
          </a:bodyPr>
          <a:lstStyle>
            <a:defPPr>
              <a:defRPr lang="en-US"/>
            </a:defPPr>
            <a:lvl1pPr>
              <a:defRPr sz="1200" b="0">
                <a:latin typeface="微軟正黑體" panose="020B0604030504040204" pitchFamily="34" charset="-120"/>
                <a:ea typeface="微軟正黑體" panose="020B0604030504040204" pitchFamily="34" charset="-120"/>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TW" altLang="en-US" sz="12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優惠對象、優惠標的：斷句換行顯示異常</a:t>
            </a:r>
          </a:p>
        </p:txBody>
      </p:sp>
      <p:sp>
        <p:nvSpPr>
          <p:cNvPr id="8" name="矩形 7">
            <a:extLst>
              <a:ext uri="{FF2B5EF4-FFF2-40B4-BE49-F238E27FC236}">
                <a16:creationId xmlns:a16="http://schemas.microsoft.com/office/drawing/2014/main" id="{598B8F96-31B9-5504-946E-6850E098565C}"/>
              </a:ext>
            </a:extLst>
          </p:cNvPr>
          <p:cNvSpPr/>
          <p:nvPr/>
        </p:nvSpPr>
        <p:spPr bwMode="auto">
          <a:xfrm>
            <a:off x="1207117" y="1977082"/>
            <a:ext cx="720537" cy="700216"/>
          </a:xfrm>
          <a:prstGeom prst="rect">
            <a:avLst/>
          </a:prstGeom>
          <a:noFill/>
          <a:ln w="28575" cap="flat" cmpd="sng" algn="ctr">
            <a:solidFill>
              <a:srgbClr val="2B31F4"/>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4000" b="1" i="0" u="none" strike="noStrike" kern="1200" cap="none" spc="0" normalizeH="0" baseline="0" noProof="0">
              <a:ln>
                <a:noFill/>
              </a:ln>
              <a:solidFill>
                <a:prstClr val="black"/>
              </a:solidFill>
              <a:effectLst/>
              <a:uLnTx/>
              <a:uFillTx/>
              <a:latin typeface="Arial" charset="0"/>
              <a:ea typeface="华文楷体" pitchFamily="2" charset="-122"/>
              <a:cs typeface="+mn-cs"/>
            </a:endParaRPr>
          </a:p>
        </p:txBody>
      </p:sp>
    </p:spTree>
    <p:extLst>
      <p:ext uri="{BB962C8B-B14F-4D97-AF65-F5344CB8AC3E}">
        <p14:creationId xmlns:p14="http://schemas.microsoft.com/office/powerpoint/2010/main" val="641680622"/>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9CAB29D-AF3F-9346-B955-279AC2CD3C92}"/>
              </a:ext>
            </a:extLst>
          </p:cNvPr>
          <p:cNvSpPr>
            <a:spLocks noGrp="1"/>
          </p:cNvSpPr>
          <p:nvPr>
            <p:ph type="title"/>
          </p:nvPr>
        </p:nvSpPr>
        <p:spPr/>
        <p:txBody>
          <a:bodyPr/>
          <a:lstStyle/>
          <a:p>
            <a:r>
              <a:rPr kumimoji="1" lang="zh-TW" altLang="en-US" b="1"/>
              <a:t>帳戶優惠</a:t>
            </a:r>
            <a:r>
              <a:rPr kumimoji="1" lang="en-US" altLang="zh-TW" sz="2000" b="1">
                <a:solidFill>
                  <a:schemeClr val="tx1">
                    <a:lumMod val="50000"/>
                    <a:lumOff val="50000"/>
                  </a:schemeClr>
                </a:solidFill>
              </a:rPr>
              <a:t>(</a:t>
            </a:r>
            <a:r>
              <a:rPr kumimoji="0" lang="zh-TW" altLang="en-US" sz="2000" b="0" i="0" u="none" strike="noStrike" kern="1200" cap="none" spc="0" normalizeH="0" baseline="0" noProof="0">
                <a:ln>
                  <a:noFill/>
                </a:ln>
                <a:solidFill>
                  <a:prstClr val="black"/>
                </a:solidFill>
                <a:effectLst/>
                <a:uLnTx/>
                <a:uFillTx/>
                <a:latin typeface="微軟正黑體" panose="020B0604030504040204" pitchFamily="34" charset="-120"/>
                <a:ea typeface="微軟正黑體" panose="020B0604030504040204" pitchFamily="34" charset="-120"/>
                <a:cs typeface="+mn-cs"/>
              </a:rPr>
              <a:t>終「生」優惠</a:t>
            </a:r>
            <a:r>
              <a:rPr kumimoji="1" lang="en-US" altLang="zh-TW" sz="2000" b="1">
                <a:solidFill>
                  <a:schemeClr val="tx1">
                    <a:lumMod val="50000"/>
                    <a:lumOff val="50000"/>
                  </a:schemeClr>
                </a:solidFill>
              </a:rPr>
              <a:t>)</a:t>
            </a:r>
            <a:endParaRPr kumimoji="1" lang="zh-TW" altLang="en-US" b="1" dirty="0">
              <a:solidFill>
                <a:schemeClr val="tx1">
                  <a:lumMod val="50000"/>
                  <a:lumOff val="50000"/>
                </a:schemeClr>
              </a:solidFill>
            </a:endParaRPr>
          </a:p>
        </p:txBody>
      </p:sp>
      <p:pic>
        <p:nvPicPr>
          <p:cNvPr id="4" name="圖片 3" descr="一張含有 文字, 名片, 螢幕擷取畫面, 設計 的圖片&#10;&#10;自動產生的描述">
            <a:extLst>
              <a:ext uri="{FF2B5EF4-FFF2-40B4-BE49-F238E27FC236}">
                <a16:creationId xmlns:a16="http://schemas.microsoft.com/office/drawing/2014/main" id="{FB4728F9-F601-30C6-566E-950D4592A25E}"/>
              </a:ext>
            </a:extLst>
          </p:cNvPr>
          <p:cNvPicPr>
            <a:picLocks noChangeAspect="1"/>
          </p:cNvPicPr>
          <p:nvPr/>
        </p:nvPicPr>
        <p:blipFill>
          <a:blip r:embed="rId2"/>
          <a:stretch>
            <a:fillRect/>
          </a:stretch>
        </p:blipFill>
        <p:spPr>
          <a:xfrm>
            <a:off x="326808" y="1038076"/>
            <a:ext cx="7183161" cy="3964003"/>
          </a:xfrm>
          <a:prstGeom prst="rect">
            <a:avLst/>
          </a:prstGeom>
        </p:spPr>
      </p:pic>
      <p:sp>
        <p:nvSpPr>
          <p:cNvPr id="5" name="矩形 4">
            <a:extLst>
              <a:ext uri="{FF2B5EF4-FFF2-40B4-BE49-F238E27FC236}">
                <a16:creationId xmlns:a16="http://schemas.microsoft.com/office/drawing/2014/main" id="{99D8A4DB-36FF-5D53-D130-386BAE6EC1F2}"/>
              </a:ext>
            </a:extLst>
          </p:cNvPr>
          <p:cNvSpPr/>
          <p:nvPr/>
        </p:nvSpPr>
        <p:spPr bwMode="auto">
          <a:xfrm>
            <a:off x="6207484" y="3360737"/>
            <a:ext cx="152127" cy="198009"/>
          </a:xfrm>
          <a:prstGeom prst="rect">
            <a:avLst/>
          </a:prstGeom>
          <a:noFill/>
          <a:ln w="28575" cap="flat" cmpd="sng" algn="ctr">
            <a:solidFill>
              <a:srgbClr val="2B31F4"/>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4000" b="1" i="0" u="none" strike="noStrike" kern="1200" cap="none" spc="0" normalizeH="0" baseline="0" noProof="0">
              <a:ln>
                <a:noFill/>
              </a:ln>
              <a:solidFill>
                <a:prstClr val="black"/>
              </a:solidFill>
              <a:effectLst/>
              <a:uLnTx/>
              <a:uFillTx/>
              <a:latin typeface="Arial" charset="0"/>
              <a:ea typeface="华文楷体" pitchFamily="2" charset="-122"/>
              <a:cs typeface="+mn-cs"/>
            </a:endParaRPr>
          </a:p>
        </p:txBody>
      </p:sp>
      <p:sp>
        <p:nvSpPr>
          <p:cNvPr id="10" name="文字方塊 9">
            <a:extLst>
              <a:ext uri="{FF2B5EF4-FFF2-40B4-BE49-F238E27FC236}">
                <a16:creationId xmlns:a16="http://schemas.microsoft.com/office/drawing/2014/main" id="{E8EB6596-976B-4914-1ABF-021499B9190C}"/>
              </a:ext>
            </a:extLst>
          </p:cNvPr>
          <p:cNvSpPr txBox="1"/>
          <p:nvPr/>
        </p:nvSpPr>
        <p:spPr>
          <a:xfrm>
            <a:off x="5916968" y="3687824"/>
            <a:ext cx="834082" cy="276999"/>
          </a:xfrm>
          <a:prstGeom prst="rect">
            <a:avLst/>
          </a:prstGeom>
          <a:solidFill>
            <a:srgbClr val="FDF3DB"/>
          </a:solidFill>
        </p:spPr>
        <p:txBody>
          <a:bodyPr wrap="square" rtlCol="0">
            <a:spAutoFit/>
          </a:bodyPr>
          <a:lstStyle>
            <a:defPPr>
              <a:defRPr lang="en-US"/>
            </a:defPPr>
            <a:lvl1pPr>
              <a:defRPr sz="1200" b="0">
                <a:latin typeface="微軟正黑體" panose="020B0604030504040204" pitchFamily="34" charset="-120"/>
                <a:ea typeface="微軟正黑體" panose="020B0604030504040204" pitchFamily="34" charset="-120"/>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TW" altLang="en-US" sz="12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改為</a:t>
            </a:r>
            <a:r>
              <a:rPr lang="zh-TW" altLang="en-US" dirty="0">
                <a:solidFill>
                  <a:prstClr val="black"/>
                </a:solidFill>
              </a:rPr>
              <a:t>：</a:t>
            </a:r>
            <a:r>
              <a:rPr kumimoji="0" lang="zh-TW" altLang="en-US" sz="12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生</a:t>
            </a:r>
          </a:p>
        </p:txBody>
      </p:sp>
    </p:spTree>
    <p:extLst>
      <p:ext uri="{BB962C8B-B14F-4D97-AF65-F5344CB8AC3E}">
        <p14:creationId xmlns:p14="http://schemas.microsoft.com/office/powerpoint/2010/main" val="758769564"/>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9CAB29D-AF3F-9346-B955-279AC2CD3C92}"/>
              </a:ext>
            </a:extLst>
          </p:cNvPr>
          <p:cNvSpPr>
            <a:spLocks noGrp="1"/>
          </p:cNvSpPr>
          <p:nvPr>
            <p:ph type="title"/>
          </p:nvPr>
        </p:nvSpPr>
        <p:spPr/>
        <p:txBody>
          <a:bodyPr/>
          <a:lstStyle/>
          <a:p>
            <a:r>
              <a:rPr kumimoji="1" lang="en-US" altLang="zh-TW" b="1" dirty="0"/>
              <a:t>FAQ</a:t>
            </a:r>
            <a:r>
              <a:rPr lang="en-US" altLang="zh-TW" sz="2000" kern="1200" dirty="0">
                <a:solidFill>
                  <a:prstClr val="black"/>
                </a:solidFill>
                <a:cs typeface="+mn-cs"/>
              </a:rPr>
              <a:t>(1.</a:t>
            </a:r>
            <a:r>
              <a:rPr lang="zh-TW" altLang="en-US" sz="2000" kern="1200" dirty="0">
                <a:solidFill>
                  <a:prstClr val="black"/>
                </a:solidFill>
                <a:cs typeface="+mn-cs"/>
              </a:rPr>
              <a:t>新增編號</a:t>
            </a:r>
            <a:r>
              <a:rPr kumimoji="0" lang="zh-TW" altLang="en-US" sz="20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a:t>
            </a:r>
            <a:r>
              <a:rPr kumimoji="0" lang="en-US" altLang="zh-TW" sz="20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2.</a:t>
            </a:r>
            <a:r>
              <a:rPr lang="zh-TW" altLang="en-US" sz="2000" kern="1200" dirty="0">
                <a:solidFill>
                  <a:prstClr val="black"/>
                </a:solidFill>
                <a:cs typeface="+mn-cs"/>
              </a:rPr>
              <a:t>調整標點符號</a:t>
            </a:r>
            <a:r>
              <a:rPr lang="en-US" altLang="zh-TW" sz="2000" kern="1200" dirty="0">
                <a:solidFill>
                  <a:prstClr val="black"/>
                </a:solidFill>
                <a:cs typeface="+mn-cs"/>
              </a:rPr>
              <a:t>)</a:t>
            </a:r>
            <a:endParaRPr lang="zh-TW" altLang="en-US" sz="2000" kern="1200" dirty="0">
              <a:solidFill>
                <a:prstClr val="black"/>
              </a:solidFill>
              <a:cs typeface="+mn-cs"/>
            </a:endParaRPr>
          </a:p>
        </p:txBody>
      </p:sp>
      <p:pic>
        <p:nvPicPr>
          <p:cNvPr id="6" name="圖片 5">
            <a:extLst>
              <a:ext uri="{FF2B5EF4-FFF2-40B4-BE49-F238E27FC236}">
                <a16:creationId xmlns:a16="http://schemas.microsoft.com/office/drawing/2014/main" id="{A83F30DA-A9CA-0500-7682-B4C5321ED85F}"/>
              </a:ext>
            </a:extLst>
          </p:cNvPr>
          <p:cNvPicPr>
            <a:picLocks noChangeAspect="1"/>
          </p:cNvPicPr>
          <p:nvPr/>
        </p:nvPicPr>
        <p:blipFill>
          <a:blip r:embed="rId2"/>
          <a:stretch>
            <a:fillRect/>
          </a:stretch>
        </p:blipFill>
        <p:spPr>
          <a:xfrm>
            <a:off x="230981" y="1108332"/>
            <a:ext cx="11487150" cy="4257675"/>
          </a:xfrm>
          <a:prstGeom prst="rect">
            <a:avLst/>
          </a:prstGeom>
        </p:spPr>
      </p:pic>
      <p:sp>
        <p:nvSpPr>
          <p:cNvPr id="7" name="矩形 6">
            <a:extLst>
              <a:ext uri="{FF2B5EF4-FFF2-40B4-BE49-F238E27FC236}">
                <a16:creationId xmlns:a16="http://schemas.microsoft.com/office/drawing/2014/main" id="{C216A316-1D4D-B632-5EA7-6C0930B1A87F}"/>
              </a:ext>
            </a:extLst>
          </p:cNvPr>
          <p:cNvSpPr/>
          <p:nvPr/>
        </p:nvSpPr>
        <p:spPr bwMode="auto">
          <a:xfrm>
            <a:off x="1478964" y="3080198"/>
            <a:ext cx="275694" cy="280539"/>
          </a:xfrm>
          <a:prstGeom prst="rect">
            <a:avLst/>
          </a:prstGeom>
          <a:noFill/>
          <a:ln w="28575" cap="flat" cmpd="sng" algn="ctr">
            <a:solidFill>
              <a:srgbClr val="2B31F4"/>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4000" b="1" i="0" u="none" strike="noStrike" kern="1200" cap="none" spc="0" normalizeH="0" baseline="0" noProof="0">
              <a:ln>
                <a:noFill/>
              </a:ln>
              <a:solidFill>
                <a:prstClr val="black"/>
              </a:solidFill>
              <a:effectLst/>
              <a:uLnTx/>
              <a:uFillTx/>
              <a:latin typeface="Arial" charset="0"/>
              <a:ea typeface="华文楷体" pitchFamily="2" charset="-122"/>
              <a:cs typeface="+mn-cs"/>
            </a:endParaRPr>
          </a:p>
        </p:txBody>
      </p:sp>
      <p:sp>
        <p:nvSpPr>
          <p:cNvPr id="8" name="矩形 7">
            <a:extLst>
              <a:ext uri="{FF2B5EF4-FFF2-40B4-BE49-F238E27FC236}">
                <a16:creationId xmlns:a16="http://schemas.microsoft.com/office/drawing/2014/main" id="{0376D964-63ED-657D-599A-38E58EFFA87E}"/>
              </a:ext>
            </a:extLst>
          </p:cNvPr>
          <p:cNvSpPr/>
          <p:nvPr/>
        </p:nvSpPr>
        <p:spPr bwMode="auto">
          <a:xfrm>
            <a:off x="1470726" y="4058118"/>
            <a:ext cx="275694" cy="280539"/>
          </a:xfrm>
          <a:prstGeom prst="rect">
            <a:avLst/>
          </a:prstGeom>
          <a:noFill/>
          <a:ln w="28575" cap="flat" cmpd="sng" algn="ctr">
            <a:solidFill>
              <a:srgbClr val="2B31F4"/>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4000" b="1" i="0" u="none" strike="noStrike" kern="1200" cap="none" spc="0" normalizeH="0" baseline="0" noProof="0">
              <a:ln>
                <a:noFill/>
              </a:ln>
              <a:solidFill>
                <a:prstClr val="black"/>
              </a:solidFill>
              <a:effectLst/>
              <a:uLnTx/>
              <a:uFillTx/>
              <a:latin typeface="Arial" charset="0"/>
              <a:ea typeface="华文楷体" pitchFamily="2" charset="-122"/>
              <a:cs typeface="+mn-cs"/>
            </a:endParaRPr>
          </a:p>
        </p:txBody>
      </p:sp>
      <p:sp>
        <p:nvSpPr>
          <p:cNvPr id="9" name="文字方塊 8">
            <a:extLst>
              <a:ext uri="{FF2B5EF4-FFF2-40B4-BE49-F238E27FC236}">
                <a16:creationId xmlns:a16="http://schemas.microsoft.com/office/drawing/2014/main" id="{10FA0FBC-4B03-B719-B2AE-95B7789994EF}"/>
              </a:ext>
            </a:extLst>
          </p:cNvPr>
          <p:cNvSpPr txBox="1"/>
          <p:nvPr/>
        </p:nvSpPr>
        <p:spPr>
          <a:xfrm>
            <a:off x="539850" y="2536585"/>
            <a:ext cx="930875" cy="461665"/>
          </a:xfrm>
          <a:prstGeom prst="rect">
            <a:avLst/>
          </a:prstGeom>
          <a:solidFill>
            <a:srgbClr val="FDF3DB"/>
          </a:solidFill>
        </p:spPr>
        <p:txBody>
          <a:bodyPr wrap="square" rtlCol="0">
            <a:spAutoFit/>
          </a:bodyPr>
          <a:lstStyle>
            <a:defPPr>
              <a:defRPr lang="en-US"/>
            </a:defPPr>
            <a:lvl1pPr>
              <a:defRPr sz="1200" b="0">
                <a:latin typeface="微軟正黑體" panose="020B0604030504040204" pitchFamily="34" charset="-120"/>
                <a:ea typeface="微軟正黑體" panose="020B0604030504040204" pitchFamily="34" charset="-120"/>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TW" altLang="en-US" sz="12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新增編號</a:t>
            </a:r>
            <a:r>
              <a:rPr lang="zh-TW" altLang="en-US" dirty="0">
                <a:solidFill>
                  <a:prstClr val="black"/>
                </a:solidFill>
                <a:sym typeface="Wingdings" panose="05000000000000000000" pitchFamily="2" charset="2"/>
              </a:rPr>
              <a:t>：</a:t>
            </a:r>
            <a:endParaRPr lang="en-US" altLang="zh-TW" dirty="0">
              <a:solidFill>
                <a:prstClr val="black"/>
              </a:solidFill>
              <a:sym typeface="Wingdings" panose="05000000000000000000" pitchFamily="2" charset="2"/>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2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sym typeface="Wingdings" panose="05000000000000000000" pitchFamily="2" charset="2"/>
              </a:rPr>
              <a:t>(1)</a:t>
            </a:r>
            <a:endParaRPr kumimoji="0" lang="zh-TW" altLang="en-US" sz="12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endParaRPr>
          </a:p>
        </p:txBody>
      </p:sp>
      <p:sp>
        <p:nvSpPr>
          <p:cNvPr id="11" name="文字方塊 10">
            <a:extLst>
              <a:ext uri="{FF2B5EF4-FFF2-40B4-BE49-F238E27FC236}">
                <a16:creationId xmlns:a16="http://schemas.microsoft.com/office/drawing/2014/main" id="{189E956D-A290-AB0E-DD5C-9C0DA238F08F}"/>
              </a:ext>
            </a:extLst>
          </p:cNvPr>
          <p:cNvSpPr txBox="1"/>
          <p:nvPr/>
        </p:nvSpPr>
        <p:spPr>
          <a:xfrm>
            <a:off x="539851" y="3614256"/>
            <a:ext cx="930875" cy="461665"/>
          </a:xfrm>
          <a:prstGeom prst="rect">
            <a:avLst/>
          </a:prstGeom>
          <a:solidFill>
            <a:srgbClr val="FDF3DB"/>
          </a:solidFill>
        </p:spPr>
        <p:txBody>
          <a:bodyPr wrap="square" rtlCol="0">
            <a:spAutoFit/>
          </a:bodyPr>
          <a:lstStyle>
            <a:defPPr>
              <a:defRPr lang="en-US"/>
            </a:defPPr>
            <a:lvl1pPr>
              <a:defRPr sz="1200" b="0">
                <a:latin typeface="微軟正黑體" panose="020B0604030504040204" pitchFamily="34" charset="-120"/>
                <a:ea typeface="微軟正黑體" panose="020B0604030504040204" pitchFamily="34" charset="-120"/>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TW" altLang="en-US" sz="12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新增編號</a:t>
            </a:r>
            <a:r>
              <a:rPr lang="zh-TW" altLang="en-US" dirty="0">
                <a:solidFill>
                  <a:prstClr val="black"/>
                </a:solidFill>
                <a:sym typeface="Wingdings" panose="05000000000000000000" pitchFamily="2" charset="2"/>
              </a:rPr>
              <a:t>：</a:t>
            </a:r>
            <a:endParaRPr lang="en-US" altLang="zh-TW" dirty="0">
              <a:solidFill>
                <a:prstClr val="black"/>
              </a:solidFill>
              <a:sym typeface="Wingdings" panose="05000000000000000000" pitchFamily="2" charset="2"/>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2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sym typeface="Wingdings" panose="05000000000000000000" pitchFamily="2" charset="2"/>
              </a:rPr>
              <a:t>(2)</a:t>
            </a:r>
            <a:endParaRPr kumimoji="0" lang="zh-TW" altLang="en-US" sz="12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endParaRPr>
          </a:p>
        </p:txBody>
      </p:sp>
      <p:cxnSp>
        <p:nvCxnSpPr>
          <p:cNvPr id="13" name="直線單箭頭接點 12">
            <a:extLst>
              <a:ext uri="{FF2B5EF4-FFF2-40B4-BE49-F238E27FC236}">
                <a16:creationId xmlns:a16="http://schemas.microsoft.com/office/drawing/2014/main" id="{794EB9CD-F523-16AE-8E7F-D44FF22AECFE}"/>
              </a:ext>
            </a:extLst>
          </p:cNvPr>
          <p:cNvCxnSpPr>
            <a:cxnSpLocks/>
          </p:cNvCxnSpPr>
          <p:nvPr/>
        </p:nvCxnSpPr>
        <p:spPr bwMode="auto">
          <a:xfrm>
            <a:off x="873211" y="2837876"/>
            <a:ext cx="760076" cy="399293"/>
          </a:xfrm>
          <a:prstGeom prst="straightConnector1">
            <a:avLst/>
          </a:prstGeom>
          <a:solidFill>
            <a:schemeClr val="accent1"/>
          </a:solidFill>
          <a:ln w="9525" cap="flat" cmpd="sng" algn="ctr">
            <a:solidFill>
              <a:srgbClr val="2B31F4"/>
            </a:solidFill>
            <a:prstDash val="solid"/>
            <a:round/>
            <a:headEnd type="none" w="med" len="med"/>
            <a:tailEnd type="triangle"/>
          </a:ln>
          <a:effectLst/>
        </p:spPr>
      </p:cxnSp>
      <p:cxnSp>
        <p:nvCxnSpPr>
          <p:cNvPr id="14" name="直線單箭頭接點 13">
            <a:extLst>
              <a:ext uri="{FF2B5EF4-FFF2-40B4-BE49-F238E27FC236}">
                <a16:creationId xmlns:a16="http://schemas.microsoft.com/office/drawing/2014/main" id="{55D9F143-6A57-6DFC-1764-D3A259485705}"/>
              </a:ext>
            </a:extLst>
          </p:cNvPr>
          <p:cNvCxnSpPr>
            <a:cxnSpLocks/>
          </p:cNvCxnSpPr>
          <p:nvPr/>
        </p:nvCxnSpPr>
        <p:spPr bwMode="auto">
          <a:xfrm>
            <a:off x="873211" y="3934550"/>
            <a:ext cx="788256" cy="288551"/>
          </a:xfrm>
          <a:prstGeom prst="straightConnector1">
            <a:avLst/>
          </a:prstGeom>
          <a:solidFill>
            <a:schemeClr val="accent1"/>
          </a:solidFill>
          <a:ln w="9525" cap="flat" cmpd="sng" algn="ctr">
            <a:solidFill>
              <a:srgbClr val="2B31F4"/>
            </a:solidFill>
            <a:prstDash val="solid"/>
            <a:round/>
            <a:headEnd type="none" w="med" len="med"/>
            <a:tailEnd type="triangle"/>
          </a:ln>
          <a:effectLst/>
        </p:spPr>
      </p:cxnSp>
      <p:sp>
        <p:nvSpPr>
          <p:cNvPr id="18" name="文字方塊 17">
            <a:extLst>
              <a:ext uri="{FF2B5EF4-FFF2-40B4-BE49-F238E27FC236}">
                <a16:creationId xmlns:a16="http://schemas.microsoft.com/office/drawing/2014/main" id="{6C17BFC0-C9BB-D28E-AB64-B11142D80E40}"/>
              </a:ext>
            </a:extLst>
          </p:cNvPr>
          <p:cNvSpPr txBox="1"/>
          <p:nvPr/>
        </p:nvSpPr>
        <p:spPr>
          <a:xfrm>
            <a:off x="548089" y="1997750"/>
            <a:ext cx="930875" cy="276999"/>
          </a:xfrm>
          <a:prstGeom prst="rect">
            <a:avLst/>
          </a:prstGeom>
          <a:solidFill>
            <a:srgbClr val="FDF3DB"/>
          </a:solidFill>
        </p:spPr>
        <p:txBody>
          <a:bodyPr wrap="square" rtlCol="0">
            <a:spAutoFit/>
          </a:bodyPr>
          <a:lstStyle>
            <a:defPPr>
              <a:defRPr lang="en-US"/>
            </a:defPPr>
            <a:lvl1pPr>
              <a:defRPr sz="1200" b="0">
                <a:latin typeface="微軟正黑體" panose="020B0604030504040204" pitchFamily="34" charset="-120"/>
                <a:ea typeface="微軟正黑體" panose="020B0604030504040204" pitchFamily="34" charset="-120"/>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TW" altLang="en-US" sz="12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可參考</a:t>
            </a:r>
            <a:r>
              <a:rPr kumimoji="0" lang="en-US" altLang="zh-TW" sz="12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Q3</a:t>
            </a:r>
            <a:endParaRPr kumimoji="0" lang="zh-TW" altLang="en-US" sz="12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endParaRPr>
          </a:p>
        </p:txBody>
      </p:sp>
      <p:sp>
        <p:nvSpPr>
          <p:cNvPr id="19" name="矩形 18">
            <a:extLst>
              <a:ext uri="{FF2B5EF4-FFF2-40B4-BE49-F238E27FC236}">
                <a16:creationId xmlns:a16="http://schemas.microsoft.com/office/drawing/2014/main" id="{A835CFA2-31C2-8FB2-2E76-E229369BC134}"/>
              </a:ext>
            </a:extLst>
          </p:cNvPr>
          <p:cNvSpPr/>
          <p:nvPr/>
        </p:nvSpPr>
        <p:spPr bwMode="auto">
          <a:xfrm>
            <a:off x="6322853" y="3360737"/>
            <a:ext cx="275694" cy="280539"/>
          </a:xfrm>
          <a:prstGeom prst="rect">
            <a:avLst/>
          </a:prstGeom>
          <a:noFill/>
          <a:ln w="28575" cap="flat" cmpd="sng" algn="ctr">
            <a:solidFill>
              <a:srgbClr val="2B31F4"/>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4000" b="1" i="0" u="none" strike="noStrike" kern="1200" cap="none" spc="0" normalizeH="0" baseline="0" noProof="0">
              <a:ln>
                <a:noFill/>
              </a:ln>
              <a:solidFill>
                <a:prstClr val="black"/>
              </a:solidFill>
              <a:effectLst/>
              <a:uLnTx/>
              <a:uFillTx/>
              <a:latin typeface="Arial" charset="0"/>
              <a:ea typeface="华文楷体" pitchFamily="2" charset="-122"/>
              <a:cs typeface="+mn-cs"/>
            </a:endParaRPr>
          </a:p>
        </p:txBody>
      </p:sp>
      <p:sp>
        <p:nvSpPr>
          <p:cNvPr id="20" name="文字方塊 19">
            <a:extLst>
              <a:ext uri="{FF2B5EF4-FFF2-40B4-BE49-F238E27FC236}">
                <a16:creationId xmlns:a16="http://schemas.microsoft.com/office/drawing/2014/main" id="{36EEE0DE-A7A2-F244-3887-E42EA0119216}"/>
              </a:ext>
            </a:extLst>
          </p:cNvPr>
          <p:cNvSpPr txBox="1"/>
          <p:nvPr/>
        </p:nvSpPr>
        <p:spPr>
          <a:xfrm>
            <a:off x="5937836" y="3706588"/>
            <a:ext cx="1437190" cy="276999"/>
          </a:xfrm>
          <a:prstGeom prst="rect">
            <a:avLst/>
          </a:prstGeom>
          <a:solidFill>
            <a:srgbClr val="FDF3DB"/>
          </a:solidFill>
        </p:spPr>
        <p:txBody>
          <a:bodyPr wrap="square" rtlCol="0">
            <a:spAutoFit/>
          </a:bodyPr>
          <a:lstStyle>
            <a:defPPr>
              <a:defRPr lang="en-US"/>
            </a:defPPr>
            <a:lvl1pPr>
              <a:defRPr sz="1200" b="0">
                <a:latin typeface="微軟正黑體" panose="020B0604030504040204" pitchFamily="34" charset="-120"/>
                <a:ea typeface="微軟正黑體" panose="020B0604030504040204" pitchFamily="34" charset="-120"/>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lang="zh-TW" altLang="en-US" dirty="0">
                <a:solidFill>
                  <a:prstClr val="black"/>
                </a:solidFill>
              </a:rPr>
              <a:t>調整標點符號為；</a:t>
            </a:r>
            <a:endParaRPr kumimoji="0" lang="zh-TW" altLang="en-US" sz="12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endParaRPr>
          </a:p>
        </p:txBody>
      </p:sp>
      <p:sp>
        <p:nvSpPr>
          <p:cNvPr id="21" name="文字方塊 20">
            <a:extLst>
              <a:ext uri="{FF2B5EF4-FFF2-40B4-BE49-F238E27FC236}">
                <a16:creationId xmlns:a16="http://schemas.microsoft.com/office/drawing/2014/main" id="{F3F5109C-8AB6-F653-C636-9CE4290485E7}"/>
              </a:ext>
            </a:extLst>
          </p:cNvPr>
          <p:cNvSpPr txBox="1"/>
          <p:nvPr/>
        </p:nvSpPr>
        <p:spPr>
          <a:xfrm>
            <a:off x="1402568" y="2695985"/>
            <a:ext cx="377026" cy="369332"/>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ltLang="zh-TW" sz="1800" dirty="0">
                <a:solidFill>
                  <a:srgbClr val="2B31F4"/>
                </a:solidFill>
              </a:rPr>
              <a:t>1</a:t>
            </a:r>
            <a:r>
              <a:rPr kumimoji="0" lang="en-US" altLang="zh-TW" sz="1800" b="1" i="0" u="none" strike="noStrike" kern="1200" cap="none" spc="0" normalizeH="0" baseline="0" noProof="0" dirty="0">
                <a:ln>
                  <a:noFill/>
                </a:ln>
                <a:solidFill>
                  <a:srgbClr val="2B31F4"/>
                </a:solidFill>
                <a:effectLst/>
                <a:uLnTx/>
                <a:uFillTx/>
                <a:latin typeface="Arial" charset="0"/>
                <a:ea typeface="华文楷体" pitchFamily="2" charset="-122"/>
                <a:cs typeface="+mn-cs"/>
              </a:rPr>
              <a:t>.</a:t>
            </a:r>
            <a:endParaRPr kumimoji="0" lang="zh-TW" altLang="en-US" sz="1800" b="1" i="0" u="none" strike="noStrike" kern="1200" cap="none" spc="0" normalizeH="0" baseline="0" noProof="0" dirty="0">
              <a:ln>
                <a:noFill/>
              </a:ln>
              <a:solidFill>
                <a:srgbClr val="2B31F4"/>
              </a:solidFill>
              <a:effectLst/>
              <a:uLnTx/>
              <a:uFillTx/>
              <a:latin typeface="Arial" charset="0"/>
              <a:ea typeface="华文楷体" pitchFamily="2" charset="-122"/>
              <a:cs typeface="+mn-cs"/>
            </a:endParaRPr>
          </a:p>
        </p:txBody>
      </p:sp>
      <p:sp>
        <p:nvSpPr>
          <p:cNvPr id="22" name="文字方塊 21">
            <a:extLst>
              <a:ext uri="{FF2B5EF4-FFF2-40B4-BE49-F238E27FC236}">
                <a16:creationId xmlns:a16="http://schemas.microsoft.com/office/drawing/2014/main" id="{0EB71AB0-8B01-ADA4-808E-95D17342F6D5}"/>
              </a:ext>
            </a:extLst>
          </p:cNvPr>
          <p:cNvSpPr txBox="1"/>
          <p:nvPr/>
        </p:nvSpPr>
        <p:spPr>
          <a:xfrm>
            <a:off x="1420060" y="3656158"/>
            <a:ext cx="377026" cy="369332"/>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ltLang="zh-TW" sz="1800" dirty="0">
                <a:solidFill>
                  <a:srgbClr val="2B31F4"/>
                </a:solidFill>
              </a:rPr>
              <a:t>1</a:t>
            </a:r>
            <a:r>
              <a:rPr kumimoji="0" lang="en-US" altLang="zh-TW" sz="1800" b="1" i="0" u="none" strike="noStrike" kern="1200" cap="none" spc="0" normalizeH="0" baseline="0" noProof="0" dirty="0">
                <a:ln>
                  <a:noFill/>
                </a:ln>
                <a:solidFill>
                  <a:srgbClr val="2B31F4"/>
                </a:solidFill>
                <a:effectLst/>
                <a:uLnTx/>
                <a:uFillTx/>
                <a:latin typeface="Arial" charset="0"/>
                <a:ea typeface="华文楷体" pitchFamily="2" charset="-122"/>
                <a:cs typeface="+mn-cs"/>
              </a:rPr>
              <a:t>.</a:t>
            </a:r>
            <a:endParaRPr kumimoji="0" lang="zh-TW" altLang="en-US" sz="1800" b="1" i="0" u="none" strike="noStrike" kern="1200" cap="none" spc="0" normalizeH="0" baseline="0" noProof="0" dirty="0">
              <a:ln>
                <a:noFill/>
              </a:ln>
              <a:solidFill>
                <a:srgbClr val="2B31F4"/>
              </a:solidFill>
              <a:effectLst/>
              <a:uLnTx/>
              <a:uFillTx/>
              <a:latin typeface="Arial" charset="0"/>
              <a:ea typeface="华文楷体" pitchFamily="2" charset="-122"/>
              <a:cs typeface="+mn-cs"/>
            </a:endParaRPr>
          </a:p>
        </p:txBody>
      </p:sp>
      <p:sp>
        <p:nvSpPr>
          <p:cNvPr id="23" name="文字方塊 22">
            <a:extLst>
              <a:ext uri="{FF2B5EF4-FFF2-40B4-BE49-F238E27FC236}">
                <a16:creationId xmlns:a16="http://schemas.microsoft.com/office/drawing/2014/main" id="{7A877FB7-AC03-A9A3-480E-2B6C95070DE8}"/>
              </a:ext>
            </a:extLst>
          </p:cNvPr>
          <p:cNvSpPr txBox="1"/>
          <p:nvPr/>
        </p:nvSpPr>
        <p:spPr>
          <a:xfrm>
            <a:off x="6279405" y="2767417"/>
            <a:ext cx="377026" cy="369332"/>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800" b="1" i="0" u="none" strike="noStrike" kern="1200" cap="none" spc="0" normalizeH="0" baseline="0" noProof="0" dirty="0">
                <a:ln>
                  <a:noFill/>
                </a:ln>
                <a:solidFill>
                  <a:srgbClr val="2B31F4"/>
                </a:solidFill>
                <a:effectLst/>
                <a:uLnTx/>
                <a:uFillTx/>
                <a:latin typeface="Arial" charset="0"/>
                <a:ea typeface="华文楷体" pitchFamily="2" charset="-122"/>
                <a:cs typeface="+mn-cs"/>
              </a:rPr>
              <a:t>2.</a:t>
            </a:r>
            <a:endParaRPr kumimoji="0" lang="zh-TW" altLang="en-US" sz="1800" b="1" i="0" u="none" strike="noStrike" kern="1200" cap="none" spc="0" normalizeH="0" baseline="0" noProof="0" dirty="0">
              <a:ln>
                <a:noFill/>
              </a:ln>
              <a:solidFill>
                <a:srgbClr val="2B31F4"/>
              </a:solidFill>
              <a:effectLst/>
              <a:uLnTx/>
              <a:uFillTx/>
              <a:latin typeface="Arial" charset="0"/>
              <a:ea typeface="华文楷体" pitchFamily="2" charset="-122"/>
              <a:cs typeface="+mn-cs"/>
            </a:endParaRPr>
          </a:p>
        </p:txBody>
      </p:sp>
    </p:spTree>
    <p:extLst>
      <p:ext uri="{BB962C8B-B14F-4D97-AF65-F5344CB8AC3E}">
        <p14:creationId xmlns:p14="http://schemas.microsoft.com/office/powerpoint/2010/main" val="1139149584"/>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9CAB29D-AF3F-9346-B955-279AC2CD3C92}"/>
              </a:ext>
            </a:extLst>
          </p:cNvPr>
          <p:cNvSpPr>
            <a:spLocks noGrp="1"/>
          </p:cNvSpPr>
          <p:nvPr>
            <p:ph type="title"/>
          </p:nvPr>
        </p:nvSpPr>
        <p:spPr/>
        <p:txBody>
          <a:bodyPr/>
          <a:lstStyle/>
          <a:p>
            <a:r>
              <a:rPr kumimoji="1" lang="zh-TW" altLang="en-US" b="1" dirty="0"/>
              <a:t>主頁</a:t>
            </a:r>
            <a:r>
              <a:rPr kumimoji="1" lang="en-US" altLang="zh-TW" sz="2000" b="1" dirty="0">
                <a:solidFill>
                  <a:schemeClr val="tx1">
                    <a:lumMod val="50000"/>
                    <a:lumOff val="50000"/>
                  </a:schemeClr>
                </a:solidFill>
              </a:rPr>
              <a:t>(1.</a:t>
            </a:r>
            <a:r>
              <a:rPr kumimoji="1" lang="zh-TW" altLang="en-US" sz="2000" b="1" dirty="0">
                <a:solidFill>
                  <a:schemeClr val="tx1">
                    <a:lumMod val="50000"/>
                    <a:lumOff val="50000"/>
                  </a:schemeClr>
                </a:solidFill>
              </a:rPr>
              <a:t> 動畫</a:t>
            </a:r>
            <a:r>
              <a:rPr kumimoji="1" lang="en-US" altLang="zh-TW" sz="2000" b="1" dirty="0">
                <a:solidFill>
                  <a:schemeClr val="tx1">
                    <a:lumMod val="50000"/>
                    <a:lumOff val="50000"/>
                  </a:schemeClr>
                </a:solidFill>
              </a:rPr>
              <a:t>【</a:t>
            </a:r>
            <a:r>
              <a:rPr kumimoji="1" lang="zh-TW" altLang="en-US" sz="2000" b="1" dirty="0">
                <a:solidFill>
                  <a:schemeClr val="tx1">
                    <a:lumMod val="50000"/>
                    <a:lumOff val="50000"/>
                  </a:schemeClr>
                </a:solidFill>
              </a:rPr>
              <a:t>旗幟可飄動</a:t>
            </a:r>
            <a:r>
              <a:rPr kumimoji="1" lang="en-US" altLang="zh-TW" sz="2000" b="1" dirty="0">
                <a:solidFill>
                  <a:schemeClr val="tx1">
                    <a:lumMod val="50000"/>
                    <a:lumOff val="50000"/>
                  </a:schemeClr>
                </a:solidFill>
              </a:rPr>
              <a:t>】</a:t>
            </a:r>
            <a:r>
              <a:rPr kumimoji="1" lang="zh-TW" altLang="en-US" sz="2000" b="1" dirty="0">
                <a:solidFill>
                  <a:schemeClr val="tx1">
                    <a:lumMod val="50000"/>
                    <a:lumOff val="50000"/>
                  </a:schemeClr>
                </a:solidFill>
              </a:rPr>
              <a:t>、</a:t>
            </a:r>
            <a:r>
              <a:rPr kumimoji="1" lang="en-US" altLang="zh-TW" sz="2000" b="1" dirty="0">
                <a:solidFill>
                  <a:schemeClr val="tx1">
                    <a:lumMod val="50000"/>
                    <a:lumOff val="50000"/>
                  </a:schemeClr>
                </a:solidFill>
              </a:rPr>
              <a:t>2.</a:t>
            </a:r>
            <a:r>
              <a:rPr kumimoji="1" lang="zh-TW" altLang="en-US" sz="2000" b="1" dirty="0">
                <a:solidFill>
                  <a:schemeClr val="tx1">
                    <a:lumMod val="50000"/>
                    <a:lumOff val="50000"/>
                  </a:schemeClr>
                </a:solidFill>
              </a:rPr>
              <a:t> 動畫</a:t>
            </a:r>
            <a:r>
              <a:rPr kumimoji="1" lang="en-US" altLang="zh-TW" sz="2000" b="1" dirty="0">
                <a:solidFill>
                  <a:schemeClr val="tx1">
                    <a:lumMod val="50000"/>
                    <a:lumOff val="50000"/>
                  </a:schemeClr>
                </a:solidFill>
              </a:rPr>
              <a:t>【 0</a:t>
            </a:r>
            <a:r>
              <a:rPr kumimoji="1" lang="zh-TW" altLang="en-US" sz="2000" b="1" dirty="0">
                <a:solidFill>
                  <a:schemeClr val="tx1">
                    <a:lumMod val="50000"/>
                    <a:lumOff val="50000"/>
                  </a:schemeClr>
                </a:solidFill>
              </a:rPr>
              <a:t> 小幅上下移動</a:t>
            </a:r>
            <a:r>
              <a:rPr kumimoji="1" lang="en-US" altLang="zh-TW" sz="2000" b="1" dirty="0">
                <a:solidFill>
                  <a:schemeClr val="tx1">
                    <a:lumMod val="50000"/>
                    <a:lumOff val="50000"/>
                  </a:schemeClr>
                </a:solidFill>
              </a:rPr>
              <a:t>】</a:t>
            </a:r>
            <a:r>
              <a:rPr kumimoji="1" lang="zh-TW" altLang="en-US" sz="2000" b="1" dirty="0">
                <a:solidFill>
                  <a:schemeClr val="tx1">
                    <a:lumMod val="50000"/>
                    <a:lumOff val="50000"/>
                  </a:schemeClr>
                </a:solidFill>
              </a:rPr>
              <a:t>、</a:t>
            </a:r>
            <a:r>
              <a:rPr kumimoji="1" lang="en-US" altLang="zh-TW" sz="2000" b="1" dirty="0">
                <a:solidFill>
                  <a:schemeClr val="tx1">
                    <a:lumMod val="50000"/>
                    <a:lumOff val="50000"/>
                  </a:schemeClr>
                </a:solidFill>
              </a:rPr>
              <a:t>3.</a:t>
            </a:r>
            <a:r>
              <a:rPr kumimoji="1" lang="zh-TW" altLang="en-US" sz="2000" b="1" dirty="0">
                <a:solidFill>
                  <a:schemeClr val="tx1">
                    <a:lumMod val="50000"/>
                    <a:lumOff val="50000"/>
                  </a:schemeClr>
                </a:solidFill>
              </a:rPr>
              <a:t>動畫</a:t>
            </a:r>
            <a:r>
              <a:rPr kumimoji="1" lang="en-US" altLang="zh-TW" sz="2000" b="1" dirty="0">
                <a:solidFill>
                  <a:schemeClr val="tx1">
                    <a:lumMod val="50000"/>
                    <a:lumOff val="50000"/>
                  </a:schemeClr>
                </a:solidFill>
              </a:rPr>
              <a:t>【</a:t>
            </a:r>
            <a:r>
              <a:rPr kumimoji="1" lang="zh-TW" altLang="en-US" sz="2000" b="1" dirty="0">
                <a:solidFill>
                  <a:schemeClr val="tx1">
                    <a:lumMod val="50000"/>
                    <a:lumOff val="50000"/>
                  </a:schemeClr>
                </a:solidFill>
              </a:rPr>
              <a:t>二圖表 </a:t>
            </a:r>
            <a:r>
              <a:rPr kumimoji="1" lang="en-US" altLang="zh-TW" sz="2000" b="1" dirty="0">
                <a:solidFill>
                  <a:schemeClr val="tx1">
                    <a:lumMod val="50000"/>
                    <a:lumOff val="50000"/>
                  </a:schemeClr>
                </a:solidFill>
              </a:rPr>
              <a:t>icon </a:t>
            </a:r>
            <a:r>
              <a:rPr kumimoji="1" lang="zh-TW" altLang="en-US" sz="2000" b="1" dirty="0">
                <a:solidFill>
                  <a:schemeClr val="tx1">
                    <a:lumMod val="50000"/>
                    <a:lumOff val="50000"/>
                  </a:schemeClr>
                </a:solidFill>
              </a:rPr>
              <a:t>放大縮小</a:t>
            </a:r>
            <a:r>
              <a:rPr kumimoji="1" lang="en-US" altLang="zh-TW" sz="2000" b="1" dirty="0">
                <a:solidFill>
                  <a:schemeClr val="tx1">
                    <a:lumMod val="50000"/>
                    <a:lumOff val="50000"/>
                  </a:schemeClr>
                </a:solidFill>
              </a:rPr>
              <a:t>】)</a:t>
            </a:r>
            <a:endParaRPr kumimoji="1" lang="zh-TW" altLang="en-US" b="1" dirty="0">
              <a:solidFill>
                <a:schemeClr val="tx1">
                  <a:lumMod val="50000"/>
                  <a:lumOff val="50000"/>
                </a:schemeClr>
              </a:solidFill>
            </a:endParaRPr>
          </a:p>
        </p:txBody>
      </p:sp>
      <p:pic>
        <p:nvPicPr>
          <p:cNvPr id="4" name="圖片 3">
            <a:extLst>
              <a:ext uri="{FF2B5EF4-FFF2-40B4-BE49-F238E27FC236}">
                <a16:creationId xmlns:a16="http://schemas.microsoft.com/office/drawing/2014/main" id="{661A494C-0026-F799-7DC2-FB49BAE78E78}"/>
              </a:ext>
            </a:extLst>
          </p:cNvPr>
          <p:cNvPicPr>
            <a:picLocks noChangeAspect="1"/>
          </p:cNvPicPr>
          <p:nvPr/>
        </p:nvPicPr>
        <p:blipFill>
          <a:blip r:embed="rId2"/>
          <a:stretch>
            <a:fillRect/>
          </a:stretch>
        </p:blipFill>
        <p:spPr>
          <a:xfrm>
            <a:off x="0" y="878989"/>
            <a:ext cx="8311979" cy="3816579"/>
          </a:xfrm>
          <a:prstGeom prst="rect">
            <a:avLst/>
          </a:prstGeom>
          <a:ln w="28575">
            <a:noFill/>
          </a:ln>
        </p:spPr>
      </p:pic>
      <p:sp>
        <p:nvSpPr>
          <p:cNvPr id="30" name="文字方塊 29">
            <a:extLst>
              <a:ext uri="{FF2B5EF4-FFF2-40B4-BE49-F238E27FC236}">
                <a16:creationId xmlns:a16="http://schemas.microsoft.com/office/drawing/2014/main" id="{395F3C6C-55DE-23FA-C9F1-95E2AB28D003}"/>
              </a:ext>
            </a:extLst>
          </p:cNvPr>
          <p:cNvSpPr txBox="1"/>
          <p:nvPr/>
        </p:nvSpPr>
        <p:spPr>
          <a:xfrm>
            <a:off x="2129756" y="2890802"/>
            <a:ext cx="377026" cy="369332"/>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800" b="1" i="0" u="none" strike="noStrike" kern="1200" cap="none" spc="0" normalizeH="0" baseline="0" noProof="0" dirty="0">
                <a:ln>
                  <a:noFill/>
                </a:ln>
                <a:solidFill>
                  <a:srgbClr val="2B31F4"/>
                </a:solidFill>
                <a:effectLst/>
                <a:uLnTx/>
                <a:uFillTx/>
                <a:latin typeface="Arial" charset="0"/>
                <a:ea typeface="华文楷体" pitchFamily="2" charset="-122"/>
                <a:cs typeface="+mn-cs"/>
              </a:rPr>
              <a:t>2.</a:t>
            </a:r>
            <a:endParaRPr kumimoji="0" lang="zh-TW" altLang="en-US" sz="1800" b="1" i="0" u="none" strike="noStrike" kern="1200" cap="none" spc="0" normalizeH="0" baseline="0" noProof="0" dirty="0">
              <a:ln>
                <a:noFill/>
              </a:ln>
              <a:solidFill>
                <a:srgbClr val="2B31F4"/>
              </a:solidFill>
              <a:effectLst/>
              <a:uLnTx/>
              <a:uFillTx/>
              <a:latin typeface="Arial" charset="0"/>
              <a:ea typeface="华文楷体" pitchFamily="2" charset="-122"/>
              <a:cs typeface="+mn-cs"/>
            </a:endParaRPr>
          </a:p>
        </p:txBody>
      </p:sp>
      <p:sp>
        <p:nvSpPr>
          <p:cNvPr id="5" name="矩形 4">
            <a:extLst>
              <a:ext uri="{FF2B5EF4-FFF2-40B4-BE49-F238E27FC236}">
                <a16:creationId xmlns:a16="http://schemas.microsoft.com/office/drawing/2014/main" id="{6B398959-1607-6A33-407D-8CF84DFD3A75}"/>
              </a:ext>
            </a:extLst>
          </p:cNvPr>
          <p:cNvSpPr/>
          <p:nvPr/>
        </p:nvSpPr>
        <p:spPr bwMode="auto">
          <a:xfrm>
            <a:off x="2129755" y="2842054"/>
            <a:ext cx="877055" cy="856735"/>
          </a:xfrm>
          <a:prstGeom prst="rect">
            <a:avLst/>
          </a:prstGeom>
          <a:noFill/>
          <a:ln w="28575" cap="flat" cmpd="sng" algn="ctr">
            <a:solidFill>
              <a:srgbClr val="2B31F4"/>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a:ln>
                <a:noFill/>
              </a:ln>
              <a:solidFill>
                <a:schemeClr val="tx1"/>
              </a:solidFill>
              <a:effectLst/>
              <a:latin typeface="Arial" charset="0"/>
              <a:ea typeface="华文楷体" pitchFamily="2" charset="-122"/>
            </a:endParaRPr>
          </a:p>
        </p:txBody>
      </p:sp>
      <p:sp>
        <p:nvSpPr>
          <p:cNvPr id="7" name="矩形 6">
            <a:extLst>
              <a:ext uri="{FF2B5EF4-FFF2-40B4-BE49-F238E27FC236}">
                <a16:creationId xmlns:a16="http://schemas.microsoft.com/office/drawing/2014/main" id="{480955EC-B089-85A7-9DF9-B6F2DF6B9BB0}"/>
              </a:ext>
            </a:extLst>
          </p:cNvPr>
          <p:cNvSpPr/>
          <p:nvPr/>
        </p:nvSpPr>
        <p:spPr bwMode="auto">
          <a:xfrm>
            <a:off x="5538980" y="2382133"/>
            <a:ext cx="435576" cy="262213"/>
          </a:xfrm>
          <a:prstGeom prst="rect">
            <a:avLst/>
          </a:prstGeom>
          <a:noFill/>
          <a:ln w="28575" cap="flat" cmpd="sng" algn="ctr">
            <a:solidFill>
              <a:srgbClr val="2B31F4"/>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a:ln>
                <a:noFill/>
              </a:ln>
              <a:solidFill>
                <a:schemeClr val="tx1"/>
              </a:solidFill>
              <a:effectLst/>
              <a:latin typeface="Arial" charset="0"/>
              <a:ea typeface="华文楷体" pitchFamily="2" charset="-122"/>
            </a:endParaRPr>
          </a:p>
        </p:txBody>
      </p:sp>
      <p:sp>
        <p:nvSpPr>
          <p:cNvPr id="8" name="文字方塊 7">
            <a:extLst>
              <a:ext uri="{FF2B5EF4-FFF2-40B4-BE49-F238E27FC236}">
                <a16:creationId xmlns:a16="http://schemas.microsoft.com/office/drawing/2014/main" id="{4E8E0093-DAC8-4DC2-0AA3-00293D4ADB32}"/>
              </a:ext>
            </a:extLst>
          </p:cNvPr>
          <p:cNvSpPr txBox="1"/>
          <p:nvPr/>
        </p:nvSpPr>
        <p:spPr>
          <a:xfrm>
            <a:off x="5293623" y="2036116"/>
            <a:ext cx="377026" cy="369332"/>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ltLang="zh-TW" sz="1800" dirty="0">
                <a:solidFill>
                  <a:srgbClr val="2B31F4"/>
                </a:solidFill>
              </a:rPr>
              <a:t>3</a:t>
            </a:r>
            <a:r>
              <a:rPr kumimoji="0" lang="en-US" altLang="zh-TW" sz="1800" b="1" i="0" u="none" strike="noStrike" kern="1200" cap="none" spc="0" normalizeH="0" baseline="0" noProof="0" dirty="0">
                <a:ln>
                  <a:noFill/>
                </a:ln>
                <a:solidFill>
                  <a:srgbClr val="2B31F4"/>
                </a:solidFill>
                <a:effectLst/>
                <a:uLnTx/>
                <a:uFillTx/>
                <a:latin typeface="Arial" charset="0"/>
                <a:ea typeface="华文楷体" pitchFamily="2" charset="-122"/>
                <a:cs typeface="+mn-cs"/>
              </a:rPr>
              <a:t>.</a:t>
            </a:r>
            <a:endParaRPr kumimoji="0" lang="zh-TW" altLang="en-US" sz="1800" b="1" i="0" u="none" strike="noStrike" kern="1200" cap="none" spc="0" normalizeH="0" baseline="0" noProof="0" dirty="0">
              <a:ln>
                <a:noFill/>
              </a:ln>
              <a:solidFill>
                <a:srgbClr val="2B31F4"/>
              </a:solidFill>
              <a:effectLst/>
              <a:uLnTx/>
              <a:uFillTx/>
              <a:latin typeface="Arial" charset="0"/>
              <a:ea typeface="华文楷体" pitchFamily="2" charset="-122"/>
              <a:cs typeface="+mn-cs"/>
            </a:endParaRPr>
          </a:p>
        </p:txBody>
      </p:sp>
      <p:sp>
        <p:nvSpPr>
          <p:cNvPr id="9" name="矩形 8">
            <a:extLst>
              <a:ext uri="{FF2B5EF4-FFF2-40B4-BE49-F238E27FC236}">
                <a16:creationId xmlns:a16="http://schemas.microsoft.com/office/drawing/2014/main" id="{0C004385-ED97-701F-8CBE-827B40F0B21A}"/>
              </a:ext>
            </a:extLst>
          </p:cNvPr>
          <p:cNvSpPr/>
          <p:nvPr/>
        </p:nvSpPr>
        <p:spPr bwMode="auto">
          <a:xfrm>
            <a:off x="6184443" y="2036116"/>
            <a:ext cx="435576" cy="262213"/>
          </a:xfrm>
          <a:prstGeom prst="rect">
            <a:avLst/>
          </a:prstGeom>
          <a:noFill/>
          <a:ln w="28575" cap="flat" cmpd="sng" algn="ctr">
            <a:solidFill>
              <a:srgbClr val="2B31F4"/>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a:ln>
                <a:noFill/>
              </a:ln>
              <a:solidFill>
                <a:schemeClr val="tx1"/>
              </a:solidFill>
              <a:effectLst/>
              <a:latin typeface="Arial" charset="0"/>
              <a:ea typeface="华文楷体" pitchFamily="2" charset="-122"/>
            </a:endParaRPr>
          </a:p>
        </p:txBody>
      </p:sp>
      <p:sp>
        <p:nvSpPr>
          <p:cNvPr id="10" name="文字方塊 9">
            <a:extLst>
              <a:ext uri="{FF2B5EF4-FFF2-40B4-BE49-F238E27FC236}">
                <a16:creationId xmlns:a16="http://schemas.microsoft.com/office/drawing/2014/main" id="{54763256-8972-E5E3-C554-7BC4440B3F84}"/>
              </a:ext>
            </a:extLst>
          </p:cNvPr>
          <p:cNvSpPr txBox="1"/>
          <p:nvPr/>
        </p:nvSpPr>
        <p:spPr>
          <a:xfrm>
            <a:off x="5995930" y="1666784"/>
            <a:ext cx="377026" cy="369332"/>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ltLang="zh-TW" sz="1800" dirty="0">
                <a:solidFill>
                  <a:srgbClr val="2B31F4"/>
                </a:solidFill>
              </a:rPr>
              <a:t>3</a:t>
            </a:r>
            <a:r>
              <a:rPr kumimoji="0" lang="en-US" altLang="zh-TW" sz="1800" b="1" i="0" u="none" strike="noStrike" kern="1200" cap="none" spc="0" normalizeH="0" baseline="0" noProof="0" dirty="0">
                <a:ln>
                  <a:noFill/>
                </a:ln>
                <a:solidFill>
                  <a:srgbClr val="2B31F4"/>
                </a:solidFill>
                <a:effectLst/>
                <a:uLnTx/>
                <a:uFillTx/>
                <a:latin typeface="Arial" charset="0"/>
                <a:ea typeface="华文楷体" pitchFamily="2" charset="-122"/>
                <a:cs typeface="+mn-cs"/>
              </a:rPr>
              <a:t>.</a:t>
            </a:r>
            <a:endParaRPr kumimoji="0" lang="zh-TW" altLang="en-US" sz="1800" b="1" i="0" u="none" strike="noStrike" kern="1200" cap="none" spc="0" normalizeH="0" baseline="0" noProof="0" dirty="0">
              <a:ln>
                <a:noFill/>
              </a:ln>
              <a:solidFill>
                <a:srgbClr val="2B31F4"/>
              </a:solidFill>
              <a:effectLst/>
              <a:uLnTx/>
              <a:uFillTx/>
              <a:latin typeface="Arial" charset="0"/>
              <a:ea typeface="华文楷体" pitchFamily="2" charset="-122"/>
              <a:cs typeface="+mn-cs"/>
            </a:endParaRPr>
          </a:p>
        </p:txBody>
      </p:sp>
      <p:sp>
        <p:nvSpPr>
          <p:cNvPr id="11" name="矩形 10">
            <a:extLst>
              <a:ext uri="{FF2B5EF4-FFF2-40B4-BE49-F238E27FC236}">
                <a16:creationId xmlns:a16="http://schemas.microsoft.com/office/drawing/2014/main" id="{8F64FE1C-3EEF-C4D1-F3E6-232F5AD70B8B}"/>
              </a:ext>
            </a:extLst>
          </p:cNvPr>
          <p:cNvSpPr/>
          <p:nvPr/>
        </p:nvSpPr>
        <p:spPr bwMode="auto">
          <a:xfrm>
            <a:off x="1629727" y="1393565"/>
            <a:ext cx="2324435" cy="369333"/>
          </a:xfrm>
          <a:prstGeom prst="rect">
            <a:avLst/>
          </a:prstGeom>
          <a:noFill/>
          <a:ln w="28575" cap="flat" cmpd="sng" algn="ctr">
            <a:solidFill>
              <a:srgbClr val="2B31F4"/>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a:ln>
                <a:noFill/>
              </a:ln>
              <a:solidFill>
                <a:schemeClr val="tx1"/>
              </a:solidFill>
              <a:effectLst/>
              <a:latin typeface="Arial" charset="0"/>
              <a:ea typeface="华文楷体" pitchFamily="2" charset="-122"/>
            </a:endParaRPr>
          </a:p>
        </p:txBody>
      </p:sp>
      <p:sp>
        <p:nvSpPr>
          <p:cNvPr id="15" name="文字方塊 14">
            <a:extLst>
              <a:ext uri="{FF2B5EF4-FFF2-40B4-BE49-F238E27FC236}">
                <a16:creationId xmlns:a16="http://schemas.microsoft.com/office/drawing/2014/main" id="{0FD879D8-8B9A-5EF3-9472-C5A7C47B2908}"/>
              </a:ext>
            </a:extLst>
          </p:cNvPr>
          <p:cNvSpPr txBox="1"/>
          <p:nvPr/>
        </p:nvSpPr>
        <p:spPr>
          <a:xfrm>
            <a:off x="1607493" y="1393566"/>
            <a:ext cx="377026" cy="369332"/>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ltLang="zh-TW" sz="1800" dirty="0">
                <a:solidFill>
                  <a:srgbClr val="2B31F4"/>
                </a:solidFill>
              </a:rPr>
              <a:t>1</a:t>
            </a:r>
            <a:r>
              <a:rPr kumimoji="0" lang="en-US" altLang="zh-TW" sz="1800" b="1" i="0" u="none" strike="noStrike" kern="1200" cap="none" spc="0" normalizeH="0" baseline="0" noProof="0" dirty="0">
                <a:ln>
                  <a:noFill/>
                </a:ln>
                <a:solidFill>
                  <a:srgbClr val="2B31F4"/>
                </a:solidFill>
                <a:effectLst/>
                <a:uLnTx/>
                <a:uFillTx/>
                <a:latin typeface="Arial" charset="0"/>
                <a:ea typeface="华文楷体" pitchFamily="2" charset="-122"/>
                <a:cs typeface="+mn-cs"/>
              </a:rPr>
              <a:t>.</a:t>
            </a:r>
            <a:endParaRPr kumimoji="0" lang="zh-TW" altLang="en-US" sz="1800" b="1" i="0" u="none" strike="noStrike" kern="1200" cap="none" spc="0" normalizeH="0" baseline="0" noProof="0" dirty="0">
              <a:ln>
                <a:noFill/>
              </a:ln>
              <a:solidFill>
                <a:srgbClr val="2B31F4"/>
              </a:solidFill>
              <a:effectLst/>
              <a:uLnTx/>
              <a:uFillTx/>
              <a:latin typeface="Arial" charset="0"/>
              <a:ea typeface="华文楷体" pitchFamily="2" charset="-122"/>
              <a:cs typeface="+mn-cs"/>
            </a:endParaRPr>
          </a:p>
        </p:txBody>
      </p:sp>
      <p:sp>
        <p:nvSpPr>
          <p:cNvPr id="3" name="文字方塊 2">
            <a:extLst>
              <a:ext uri="{FF2B5EF4-FFF2-40B4-BE49-F238E27FC236}">
                <a16:creationId xmlns:a16="http://schemas.microsoft.com/office/drawing/2014/main" id="{FA2F536D-042D-CE84-0242-6269040E7632}"/>
              </a:ext>
            </a:extLst>
          </p:cNvPr>
          <p:cNvSpPr txBox="1"/>
          <p:nvPr/>
        </p:nvSpPr>
        <p:spPr>
          <a:xfrm>
            <a:off x="9226378" y="4893277"/>
            <a:ext cx="1454244" cy="1107996"/>
          </a:xfrm>
          <a:prstGeom prst="rect">
            <a:avLst/>
          </a:prstGeom>
          <a:solidFill>
            <a:srgbClr val="92D050"/>
          </a:solidFill>
        </p:spPr>
        <p:txBody>
          <a:bodyPr wrap="none" rtlCol="0">
            <a:spAutoFit/>
          </a:bodyPr>
          <a:lstStyle/>
          <a:p>
            <a:r>
              <a:rPr lang="en-US" altLang="zh-TW" sz="6600" dirty="0">
                <a:solidFill>
                  <a:schemeClr val="bg1"/>
                </a:solidFill>
              </a:rPr>
              <a:t>OK</a:t>
            </a:r>
            <a:endParaRPr lang="zh-TW" altLang="en-US" sz="6600" dirty="0">
              <a:solidFill>
                <a:schemeClr val="bg1"/>
              </a:solidFill>
            </a:endParaRPr>
          </a:p>
        </p:txBody>
      </p:sp>
    </p:spTree>
    <p:extLst>
      <p:ext uri="{BB962C8B-B14F-4D97-AF65-F5344CB8AC3E}">
        <p14:creationId xmlns:p14="http://schemas.microsoft.com/office/powerpoint/2010/main" val="2151795006"/>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9CAB29D-AF3F-9346-B955-279AC2CD3C92}"/>
              </a:ext>
            </a:extLst>
          </p:cNvPr>
          <p:cNvSpPr>
            <a:spLocks noGrp="1"/>
          </p:cNvSpPr>
          <p:nvPr>
            <p:ph type="title"/>
          </p:nvPr>
        </p:nvSpPr>
        <p:spPr/>
        <p:txBody>
          <a:bodyPr/>
          <a:lstStyle/>
          <a:p>
            <a:r>
              <a:rPr kumimoji="1" lang="zh-TW" altLang="en-US" b="1" dirty="0"/>
              <a:t>主頁</a:t>
            </a:r>
            <a:r>
              <a:rPr kumimoji="1" lang="en-US" altLang="zh-TW" sz="2000" b="1" dirty="0">
                <a:solidFill>
                  <a:schemeClr val="tx1">
                    <a:lumMod val="50000"/>
                    <a:lumOff val="50000"/>
                  </a:schemeClr>
                </a:solidFill>
              </a:rPr>
              <a:t>(1.</a:t>
            </a:r>
            <a:r>
              <a:rPr kumimoji="1" lang="zh-TW" altLang="en-US" sz="2000" b="1" dirty="0">
                <a:solidFill>
                  <a:schemeClr val="tx1">
                    <a:lumMod val="50000"/>
                    <a:lumOff val="50000"/>
                  </a:schemeClr>
                </a:solidFill>
              </a:rPr>
              <a:t>缺右上角選單、</a:t>
            </a:r>
            <a:r>
              <a:rPr kumimoji="1" lang="en-US" altLang="zh-TW" sz="2000" b="1" dirty="0">
                <a:solidFill>
                  <a:schemeClr val="tx1">
                    <a:lumMod val="50000"/>
                    <a:lumOff val="50000"/>
                  </a:schemeClr>
                </a:solidFill>
              </a:rPr>
              <a:t>2.</a:t>
            </a:r>
            <a:r>
              <a:rPr kumimoji="1" lang="zh-TW" altLang="en-US" sz="2000" b="1" dirty="0">
                <a:solidFill>
                  <a:schemeClr val="tx1">
                    <a:lumMod val="50000"/>
                    <a:lumOff val="50000"/>
                  </a:schemeClr>
                </a:solidFill>
              </a:rPr>
              <a:t>缺原牆壁顏色、缺灰線與地板紋路</a:t>
            </a:r>
            <a:r>
              <a:rPr kumimoji="1" lang="en-US" altLang="zh-TW" sz="2000" b="1" dirty="0">
                <a:solidFill>
                  <a:schemeClr val="tx1">
                    <a:lumMod val="50000"/>
                    <a:lumOff val="50000"/>
                  </a:schemeClr>
                </a:solidFill>
              </a:rPr>
              <a:t>)</a:t>
            </a:r>
            <a:endParaRPr kumimoji="1" lang="zh-TW" altLang="en-US" b="1" dirty="0">
              <a:solidFill>
                <a:schemeClr val="tx1">
                  <a:lumMod val="50000"/>
                  <a:lumOff val="50000"/>
                </a:schemeClr>
              </a:solidFill>
            </a:endParaRPr>
          </a:p>
        </p:txBody>
      </p:sp>
      <p:grpSp>
        <p:nvGrpSpPr>
          <p:cNvPr id="16" name="群組 15">
            <a:extLst>
              <a:ext uri="{FF2B5EF4-FFF2-40B4-BE49-F238E27FC236}">
                <a16:creationId xmlns:a16="http://schemas.microsoft.com/office/drawing/2014/main" id="{E1F90254-0980-9C24-72B6-D7A96BBBA6EE}"/>
              </a:ext>
            </a:extLst>
          </p:cNvPr>
          <p:cNvGrpSpPr/>
          <p:nvPr/>
        </p:nvGrpSpPr>
        <p:grpSpPr>
          <a:xfrm>
            <a:off x="1" y="878989"/>
            <a:ext cx="11475331" cy="3816579"/>
            <a:chOff x="0" y="878989"/>
            <a:chExt cx="14068369" cy="5034512"/>
          </a:xfrm>
        </p:grpSpPr>
        <p:pic>
          <p:nvPicPr>
            <p:cNvPr id="4" name="圖片 3">
              <a:extLst>
                <a:ext uri="{FF2B5EF4-FFF2-40B4-BE49-F238E27FC236}">
                  <a16:creationId xmlns:a16="http://schemas.microsoft.com/office/drawing/2014/main" id="{661A494C-0026-F799-7DC2-FB49BAE78E78}"/>
                </a:ext>
              </a:extLst>
            </p:cNvPr>
            <p:cNvPicPr>
              <a:picLocks noChangeAspect="1"/>
            </p:cNvPicPr>
            <p:nvPr/>
          </p:nvPicPr>
          <p:blipFill>
            <a:blip r:embed="rId2"/>
            <a:stretch>
              <a:fillRect/>
            </a:stretch>
          </p:blipFill>
          <p:spPr>
            <a:xfrm>
              <a:off x="0" y="878989"/>
              <a:ext cx="10190205" cy="5034512"/>
            </a:xfrm>
            <a:prstGeom prst="rect">
              <a:avLst/>
            </a:prstGeom>
            <a:ln w="28575">
              <a:noFill/>
            </a:ln>
          </p:spPr>
        </p:pic>
        <p:pic>
          <p:nvPicPr>
            <p:cNvPr id="6" name="圖片 5">
              <a:extLst>
                <a:ext uri="{FF2B5EF4-FFF2-40B4-BE49-F238E27FC236}">
                  <a16:creationId xmlns:a16="http://schemas.microsoft.com/office/drawing/2014/main" id="{73C82D89-E25F-3245-18E1-596C51998B00}"/>
                </a:ext>
              </a:extLst>
            </p:cNvPr>
            <p:cNvPicPr>
              <a:picLocks noChangeAspect="1"/>
            </p:cNvPicPr>
            <p:nvPr/>
          </p:nvPicPr>
          <p:blipFill>
            <a:blip r:embed="rId3"/>
            <a:stretch>
              <a:fillRect/>
            </a:stretch>
          </p:blipFill>
          <p:spPr>
            <a:xfrm>
              <a:off x="10414759" y="878989"/>
              <a:ext cx="3653610" cy="376106"/>
            </a:xfrm>
            <a:prstGeom prst="rect">
              <a:avLst/>
            </a:prstGeom>
            <a:ln w="19050">
              <a:solidFill>
                <a:srgbClr val="FF0000"/>
              </a:solidFill>
              <a:prstDash val="dash"/>
            </a:ln>
          </p:spPr>
        </p:pic>
      </p:grpSp>
      <p:cxnSp>
        <p:nvCxnSpPr>
          <p:cNvPr id="18" name="直線單箭頭接點 17">
            <a:extLst>
              <a:ext uri="{FF2B5EF4-FFF2-40B4-BE49-F238E27FC236}">
                <a16:creationId xmlns:a16="http://schemas.microsoft.com/office/drawing/2014/main" id="{086B10C9-A3AA-E668-8FC7-1BA080C467B2}"/>
              </a:ext>
            </a:extLst>
          </p:cNvPr>
          <p:cNvCxnSpPr>
            <a:stCxn id="6" idx="1"/>
          </p:cNvCxnSpPr>
          <p:nvPr/>
        </p:nvCxnSpPr>
        <p:spPr bwMode="auto">
          <a:xfrm flipH="1">
            <a:off x="7718854" y="1021549"/>
            <a:ext cx="776290" cy="0"/>
          </a:xfrm>
          <a:prstGeom prst="straightConnector1">
            <a:avLst/>
          </a:prstGeom>
          <a:solidFill>
            <a:schemeClr val="accent1"/>
          </a:solidFill>
          <a:ln w="9525" cap="flat" cmpd="sng" algn="ctr">
            <a:solidFill>
              <a:srgbClr val="2B31F4"/>
            </a:solidFill>
            <a:prstDash val="solid"/>
            <a:round/>
            <a:headEnd type="none" w="med" len="med"/>
            <a:tailEnd type="triangle"/>
          </a:ln>
          <a:effectLst/>
        </p:spPr>
      </p:cxnSp>
      <p:sp>
        <p:nvSpPr>
          <p:cNvPr id="19" name="文字方塊 18">
            <a:extLst>
              <a:ext uri="{FF2B5EF4-FFF2-40B4-BE49-F238E27FC236}">
                <a16:creationId xmlns:a16="http://schemas.microsoft.com/office/drawing/2014/main" id="{9A377523-F6FC-E903-E413-11E38D756DE4}"/>
              </a:ext>
            </a:extLst>
          </p:cNvPr>
          <p:cNvSpPr txBox="1"/>
          <p:nvPr/>
        </p:nvSpPr>
        <p:spPr>
          <a:xfrm>
            <a:off x="7158663" y="835340"/>
            <a:ext cx="377026" cy="369332"/>
          </a:xfrm>
          <a:prstGeom prst="rect">
            <a:avLst/>
          </a:prstGeom>
          <a:noFill/>
        </p:spPr>
        <p:txBody>
          <a:bodyPr wrap="none" rtlCol="0">
            <a:spAutoFit/>
          </a:bodyPr>
          <a:lstStyle/>
          <a:p>
            <a:r>
              <a:rPr lang="en-US" altLang="zh-TW" sz="1800" dirty="0">
                <a:solidFill>
                  <a:srgbClr val="2B31F4"/>
                </a:solidFill>
              </a:rPr>
              <a:t>1.</a:t>
            </a:r>
            <a:endParaRPr lang="zh-TW" altLang="en-US" sz="1800" dirty="0">
              <a:solidFill>
                <a:srgbClr val="2B31F4"/>
              </a:solidFill>
            </a:endParaRPr>
          </a:p>
        </p:txBody>
      </p:sp>
      <p:sp>
        <p:nvSpPr>
          <p:cNvPr id="25" name="文字方塊 24">
            <a:extLst>
              <a:ext uri="{FF2B5EF4-FFF2-40B4-BE49-F238E27FC236}">
                <a16:creationId xmlns:a16="http://schemas.microsoft.com/office/drawing/2014/main" id="{C212A096-FA94-05BF-CA53-D31D7CD00C42}"/>
              </a:ext>
            </a:extLst>
          </p:cNvPr>
          <p:cNvSpPr txBox="1"/>
          <p:nvPr/>
        </p:nvSpPr>
        <p:spPr>
          <a:xfrm>
            <a:off x="2195266" y="4160251"/>
            <a:ext cx="377026" cy="369332"/>
          </a:xfrm>
          <a:prstGeom prst="rect">
            <a:avLst/>
          </a:prstGeom>
          <a:noFill/>
        </p:spPr>
        <p:txBody>
          <a:bodyPr wrap="none" rtlCol="0">
            <a:spAutoFit/>
          </a:bodyPr>
          <a:lstStyle/>
          <a:p>
            <a:r>
              <a:rPr lang="en-US" altLang="zh-TW" sz="1800" dirty="0">
                <a:solidFill>
                  <a:srgbClr val="2B31F4"/>
                </a:solidFill>
              </a:rPr>
              <a:t>2.</a:t>
            </a:r>
            <a:endParaRPr lang="zh-TW" altLang="en-US" sz="1800" dirty="0">
              <a:solidFill>
                <a:srgbClr val="2B31F4"/>
              </a:solidFill>
            </a:endParaRPr>
          </a:p>
        </p:txBody>
      </p:sp>
      <p:pic>
        <p:nvPicPr>
          <p:cNvPr id="12" name="圖片 11">
            <a:extLst>
              <a:ext uri="{FF2B5EF4-FFF2-40B4-BE49-F238E27FC236}">
                <a16:creationId xmlns:a16="http://schemas.microsoft.com/office/drawing/2014/main" id="{B8B7D7CC-4875-CB0A-08CC-6511686CB95B}"/>
              </a:ext>
            </a:extLst>
          </p:cNvPr>
          <p:cNvPicPr>
            <a:picLocks noChangeAspect="1"/>
          </p:cNvPicPr>
          <p:nvPr/>
        </p:nvPicPr>
        <p:blipFill rotWithShape="1">
          <a:blip r:embed="rId4"/>
          <a:srcRect t="2416" b="-1"/>
          <a:stretch/>
        </p:blipFill>
        <p:spPr>
          <a:xfrm>
            <a:off x="5695641" y="4034910"/>
            <a:ext cx="6081829" cy="2686565"/>
          </a:xfrm>
          <a:prstGeom prst="rect">
            <a:avLst/>
          </a:prstGeom>
          <a:ln w="19050">
            <a:solidFill>
              <a:srgbClr val="FF0000"/>
            </a:solidFill>
            <a:prstDash val="dash"/>
          </a:ln>
        </p:spPr>
      </p:pic>
      <p:sp>
        <p:nvSpPr>
          <p:cNvPr id="30" name="文字方塊 29">
            <a:extLst>
              <a:ext uri="{FF2B5EF4-FFF2-40B4-BE49-F238E27FC236}">
                <a16:creationId xmlns:a16="http://schemas.microsoft.com/office/drawing/2014/main" id="{395F3C6C-55DE-23FA-C9F1-95E2AB28D003}"/>
              </a:ext>
            </a:extLst>
          </p:cNvPr>
          <p:cNvSpPr txBox="1"/>
          <p:nvPr/>
        </p:nvSpPr>
        <p:spPr>
          <a:xfrm>
            <a:off x="1400314" y="2813205"/>
            <a:ext cx="377026" cy="369332"/>
          </a:xfrm>
          <a:prstGeom prst="rect">
            <a:avLst/>
          </a:prstGeom>
          <a:noFill/>
        </p:spPr>
        <p:txBody>
          <a:bodyPr wrap="none" rtlCol="0">
            <a:spAutoFit/>
          </a:bodyPr>
          <a:lstStyle/>
          <a:p>
            <a:r>
              <a:rPr lang="en-US" altLang="zh-TW" sz="1800" dirty="0">
                <a:solidFill>
                  <a:srgbClr val="2B31F4"/>
                </a:solidFill>
              </a:rPr>
              <a:t>2.</a:t>
            </a:r>
            <a:endParaRPr lang="zh-TW" altLang="en-US" sz="1800" dirty="0">
              <a:solidFill>
                <a:srgbClr val="2B31F4"/>
              </a:solidFill>
            </a:endParaRPr>
          </a:p>
        </p:txBody>
      </p:sp>
      <p:sp>
        <p:nvSpPr>
          <p:cNvPr id="32" name="文字方塊 31">
            <a:extLst>
              <a:ext uri="{FF2B5EF4-FFF2-40B4-BE49-F238E27FC236}">
                <a16:creationId xmlns:a16="http://schemas.microsoft.com/office/drawing/2014/main" id="{E89D3D49-86E4-E84B-6A1E-844CAC7A474B}"/>
              </a:ext>
            </a:extLst>
          </p:cNvPr>
          <p:cNvSpPr txBox="1"/>
          <p:nvPr/>
        </p:nvSpPr>
        <p:spPr>
          <a:xfrm>
            <a:off x="1775826" y="2859371"/>
            <a:ext cx="1215905" cy="276999"/>
          </a:xfrm>
          <a:prstGeom prst="rect">
            <a:avLst/>
          </a:prstGeom>
          <a:solidFill>
            <a:srgbClr val="FDF3DB"/>
          </a:solidFill>
        </p:spPr>
        <p:txBody>
          <a:bodyPr wrap="square" rtlCol="0">
            <a:spAutoFit/>
          </a:bodyPr>
          <a:lstStyle/>
          <a:p>
            <a:r>
              <a:rPr lang="zh-TW" altLang="en-US" sz="1200" b="0" dirty="0">
                <a:latin typeface="微軟正黑體" panose="020B0604030504040204" pitchFamily="34" charset="-120"/>
                <a:ea typeface="微軟正黑體" panose="020B0604030504040204" pitchFamily="34" charset="-120"/>
              </a:rPr>
              <a:t>缺灰線</a:t>
            </a:r>
          </a:p>
        </p:txBody>
      </p:sp>
      <p:sp>
        <p:nvSpPr>
          <p:cNvPr id="34" name="文字方塊 33">
            <a:extLst>
              <a:ext uri="{FF2B5EF4-FFF2-40B4-BE49-F238E27FC236}">
                <a16:creationId xmlns:a16="http://schemas.microsoft.com/office/drawing/2014/main" id="{A63D6C11-1C61-FDF1-3009-9A97ADF26ED1}"/>
              </a:ext>
            </a:extLst>
          </p:cNvPr>
          <p:cNvSpPr txBox="1"/>
          <p:nvPr/>
        </p:nvSpPr>
        <p:spPr>
          <a:xfrm>
            <a:off x="1588827" y="1134598"/>
            <a:ext cx="1215905" cy="276999"/>
          </a:xfrm>
          <a:prstGeom prst="rect">
            <a:avLst/>
          </a:prstGeom>
          <a:solidFill>
            <a:srgbClr val="FDF3DB"/>
          </a:solidFill>
        </p:spPr>
        <p:txBody>
          <a:bodyPr wrap="square" rtlCol="0">
            <a:spAutoFit/>
          </a:bodyPr>
          <a:lstStyle/>
          <a:p>
            <a:r>
              <a:rPr lang="zh-TW" altLang="en-US" sz="1200" b="0" dirty="0">
                <a:latin typeface="微軟正黑體" panose="020B0604030504040204" pitchFamily="34" charset="-120"/>
                <a:ea typeface="微軟正黑體" panose="020B0604030504040204" pitchFamily="34" charset="-120"/>
              </a:rPr>
              <a:t>缺原牆壁顏色</a:t>
            </a:r>
          </a:p>
        </p:txBody>
      </p:sp>
      <p:sp>
        <p:nvSpPr>
          <p:cNvPr id="35" name="文字方塊 34">
            <a:extLst>
              <a:ext uri="{FF2B5EF4-FFF2-40B4-BE49-F238E27FC236}">
                <a16:creationId xmlns:a16="http://schemas.microsoft.com/office/drawing/2014/main" id="{1337C2BD-FDD7-CA74-CD6A-31F5091DBC0A}"/>
              </a:ext>
            </a:extLst>
          </p:cNvPr>
          <p:cNvSpPr txBox="1"/>
          <p:nvPr/>
        </p:nvSpPr>
        <p:spPr>
          <a:xfrm>
            <a:off x="2572292" y="4197077"/>
            <a:ext cx="1215905" cy="276999"/>
          </a:xfrm>
          <a:prstGeom prst="rect">
            <a:avLst/>
          </a:prstGeom>
          <a:solidFill>
            <a:srgbClr val="FDF3DB"/>
          </a:solidFill>
        </p:spPr>
        <p:txBody>
          <a:bodyPr wrap="square" rtlCol="0">
            <a:spAutoFit/>
          </a:bodyPr>
          <a:lstStyle/>
          <a:p>
            <a:r>
              <a:rPr lang="zh-TW" altLang="en-US" sz="1200" b="0" dirty="0">
                <a:latin typeface="微軟正黑體" panose="020B0604030504040204" pitchFamily="34" charset="-120"/>
                <a:ea typeface="微軟正黑體" panose="020B0604030504040204" pitchFamily="34" charset="-120"/>
              </a:rPr>
              <a:t>缺地板紋路</a:t>
            </a:r>
          </a:p>
        </p:txBody>
      </p:sp>
      <p:sp>
        <p:nvSpPr>
          <p:cNvPr id="36" name="文字方塊 35">
            <a:extLst>
              <a:ext uri="{FF2B5EF4-FFF2-40B4-BE49-F238E27FC236}">
                <a16:creationId xmlns:a16="http://schemas.microsoft.com/office/drawing/2014/main" id="{91E19E9B-145E-74F2-C052-295CD9D37225}"/>
              </a:ext>
            </a:extLst>
          </p:cNvPr>
          <p:cNvSpPr txBox="1"/>
          <p:nvPr/>
        </p:nvSpPr>
        <p:spPr>
          <a:xfrm>
            <a:off x="1211801" y="1115508"/>
            <a:ext cx="377026" cy="369332"/>
          </a:xfrm>
          <a:prstGeom prst="rect">
            <a:avLst/>
          </a:prstGeom>
          <a:noFill/>
        </p:spPr>
        <p:txBody>
          <a:bodyPr wrap="none" rtlCol="0">
            <a:spAutoFit/>
          </a:bodyPr>
          <a:lstStyle/>
          <a:p>
            <a:r>
              <a:rPr lang="en-US" altLang="zh-TW" sz="1800" dirty="0">
                <a:solidFill>
                  <a:srgbClr val="2B31F4"/>
                </a:solidFill>
              </a:rPr>
              <a:t>2.</a:t>
            </a:r>
            <a:endParaRPr lang="zh-TW" altLang="en-US" sz="1800" dirty="0">
              <a:solidFill>
                <a:srgbClr val="2B31F4"/>
              </a:solidFill>
            </a:endParaRPr>
          </a:p>
        </p:txBody>
      </p:sp>
      <p:sp>
        <p:nvSpPr>
          <p:cNvPr id="3" name="文字方塊 2">
            <a:extLst>
              <a:ext uri="{FF2B5EF4-FFF2-40B4-BE49-F238E27FC236}">
                <a16:creationId xmlns:a16="http://schemas.microsoft.com/office/drawing/2014/main" id="{ED02FA3C-B09C-045A-B105-D79277E82AA7}"/>
              </a:ext>
            </a:extLst>
          </p:cNvPr>
          <p:cNvSpPr txBox="1"/>
          <p:nvPr/>
        </p:nvSpPr>
        <p:spPr>
          <a:xfrm>
            <a:off x="8985170" y="2028374"/>
            <a:ext cx="1454244" cy="1107996"/>
          </a:xfrm>
          <a:prstGeom prst="rect">
            <a:avLst/>
          </a:prstGeom>
          <a:solidFill>
            <a:srgbClr val="92D050"/>
          </a:solidFill>
        </p:spPr>
        <p:txBody>
          <a:bodyPr wrap="none" rtlCol="0">
            <a:spAutoFit/>
          </a:bodyPr>
          <a:lstStyle/>
          <a:p>
            <a:r>
              <a:rPr lang="en-US" altLang="zh-TW" sz="6600" dirty="0">
                <a:solidFill>
                  <a:schemeClr val="bg1"/>
                </a:solidFill>
              </a:rPr>
              <a:t>OK</a:t>
            </a:r>
            <a:endParaRPr lang="zh-TW" altLang="en-US" sz="6600" dirty="0">
              <a:solidFill>
                <a:schemeClr val="bg1"/>
              </a:solidFill>
            </a:endParaRPr>
          </a:p>
        </p:txBody>
      </p:sp>
    </p:spTree>
    <p:extLst>
      <p:ext uri="{BB962C8B-B14F-4D97-AF65-F5344CB8AC3E}">
        <p14:creationId xmlns:p14="http://schemas.microsoft.com/office/powerpoint/2010/main" val="3496718442"/>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9CAB29D-AF3F-9346-B955-279AC2CD3C92}"/>
              </a:ext>
            </a:extLst>
          </p:cNvPr>
          <p:cNvSpPr>
            <a:spLocks noGrp="1"/>
          </p:cNvSpPr>
          <p:nvPr>
            <p:ph type="title"/>
          </p:nvPr>
        </p:nvSpPr>
        <p:spPr/>
        <p:txBody>
          <a:bodyPr/>
          <a:lstStyle/>
          <a:p>
            <a:r>
              <a:rPr kumimoji="1" lang="zh-TW" altLang="en-US" b="1" dirty="0"/>
              <a:t>跨行理財 </a:t>
            </a:r>
            <a:r>
              <a:rPr kumimoji="1" lang="en-US" altLang="zh-TW" sz="1800" b="1" dirty="0"/>
              <a:t>(1/2)</a:t>
            </a:r>
            <a:r>
              <a:rPr kumimoji="1" lang="en-US" altLang="zh-TW" sz="3200" b="1" dirty="0">
                <a:solidFill>
                  <a:schemeClr val="tx1">
                    <a:lumMod val="50000"/>
                    <a:lumOff val="50000"/>
                  </a:schemeClr>
                </a:solidFill>
              </a:rPr>
              <a:t> </a:t>
            </a:r>
            <a:r>
              <a:rPr kumimoji="1" lang="en-US" altLang="zh-TW" sz="1800" b="1" dirty="0">
                <a:solidFill>
                  <a:schemeClr val="tx1">
                    <a:lumMod val="50000"/>
                    <a:lumOff val="50000"/>
                  </a:schemeClr>
                </a:solidFill>
              </a:rPr>
              <a:t>(1.</a:t>
            </a:r>
            <a:r>
              <a:rPr kumimoji="1" lang="zh-TW" altLang="en-US" sz="1800" b="1" dirty="0">
                <a:solidFill>
                  <a:schemeClr val="tx1">
                    <a:lumMod val="50000"/>
                    <a:lumOff val="50000"/>
                  </a:schemeClr>
                </a:solidFill>
              </a:rPr>
              <a:t>卡片少紋路、</a:t>
            </a:r>
            <a:r>
              <a:rPr kumimoji="1" lang="en-US" altLang="zh-TW" sz="1800" b="1" dirty="0">
                <a:solidFill>
                  <a:schemeClr val="tx1">
                    <a:lumMod val="50000"/>
                    <a:lumOff val="50000"/>
                  </a:schemeClr>
                </a:solidFill>
              </a:rPr>
              <a:t>2.</a:t>
            </a:r>
            <a:r>
              <a:rPr kumimoji="1" lang="zh-TW" altLang="en-US" sz="1800" b="1" dirty="0">
                <a:solidFill>
                  <a:schemeClr val="tx1">
                    <a:lumMod val="50000"/>
                    <a:lumOff val="50000"/>
                  </a:schemeClr>
                </a:solidFill>
              </a:rPr>
              <a:t> 、</a:t>
            </a:r>
            <a:r>
              <a:rPr kumimoji="1" lang="en-US" altLang="zh-TW" sz="1800" b="1" dirty="0">
                <a:solidFill>
                  <a:schemeClr val="tx1">
                    <a:lumMod val="50000"/>
                    <a:lumOff val="50000"/>
                  </a:schemeClr>
                </a:solidFill>
              </a:rPr>
              <a:t>3.</a:t>
            </a:r>
            <a:r>
              <a:rPr kumimoji="1" lang="zh-TW" altLang="en-US" sz="1800" b="1" dirty="0">
                <a:solidFill>
                  <a:schemeClr val="tx1">
                    <a:lumMod val="50000"/>
                    <a:lumOff val="50000"/>
                  </a:schemeClr>
                </a:solidFill>
              </a:rPr>
              <a:t>字體與設計不同、</a:t>
            </a:r>
            <a:r>
              <a:rPr kumimoji="1" lang="en-US" altLang="zh-TW" sz="1800" b="1" dirty="0">
                <a:solidFill>
                  <a:schemeClr val="tx1">
                    <a:lumMod val="50000"/>
                    <a:lumOff val="50000"/>
                  </a:schemeClr>
                </a:solidFill>
              </a:rPr>
              <a:t>4.</a:t>
            </a:r>
            <a:r>
              <a:rPr kumimoji="1" lang="zh-TW" altLang="en-US" sz="1800" b="1" dirty="0">
                <a:solidFill>
                  <a:schemeClr val="tx1">
                    <a:lumMod val="50000"/>
                    <a:lumOff val="50000"/>
                  </a:schemeClr>
                </a:solidFill>
              </a:rPr>
              <a:t>浮動按鈕缺底色</a:t>
            </a:r>
            <a:r>
              <a:rPr kumimoji="1" lang="en-US" altLang="zh-TW" sz="1800" b="1" dirty="0">
                <a:solidFill>
                  <a:schemeClr val="tx1">
                    <a:lumMod val="50000"/>
                    <a:lumOff val="50000"/>
                  </a:schemeClr>
                </a:solidFill>
              </a:rPr>
              <a:t>)</a:t>
            </a:r>
            <a:endParaRPr kumimoji="1" lang="zh-TW" altLang="en-US" b="1" dirty="0"/>
          </a:p>
        </p:txBody>
      </p:sp>
      <p:pic>
        <p:nvPicPr>
          <p:cNvPr id="4" name="圖片 3">
            <a:extLst>
              <a:ext uri="{FF2B5EF4-FFF2-40B4-BE49-F238E27FC236}">
                <a16:creationId xmlns:a16="http://schemas.microsoft.com/office/drawing/2014/main" id="{A2364576-A81F-4A1C-73D5-FFF92E19D84F}"/>
              </a:ext>
            </a:extLst>
          </p:cNvPr>
          <p:cNvPicPr>
            <a:picLocks noChangeAspect="1"/>
          </p:cNvPicPr>
          <p:nvPr/>
        </p:nvPicPr>
        <p:blipFill>
          <a:blip r:embed="rId2"/>
          <a:stretch>
            <a:fillRect/>
          </a:stretch>
        </p:blipFill>
        <p:spPr>
          <a:xfrm>
            <a:off x="0" y="864318"/>
            <a:ext cx="7677665" cy="3705598"/>
          </a:xfrm>
          <a:prstGeom prst="rect">
            <a:avLst/>
          </a:prstGeom>
          <a:ln w="28575">
            <a:noFill/>
          </a:ln>
        </p:spPr>
      </p:pic>
      <p:pic>
        <p:nvPicPr>
          <p:cNvPr id="7" name="圖片 6">
            <a:extLst>
              <a:ext uri="{FF2B5EF4-FFF2-40B4-BE49-F238E27FC236}">
                <a16:creationId xmlns:a16="http://schemas.microsoft.com/office/drawing/2014/main" id="{94891D45-6981-079C-C922-D28BF33695AE}"/>
              </a:ext>
            </a:extLst>
          </p:cNvPr>
          <p:cNvPicPr>
            <a:picLocks noChangeAspect="1"/>
          </p:cNvPicPr>
          <p:nvPr/>
        </p:nvPicPr>
        <p:blipFill>
          <a:blip r:embed="rId3"/>
          <a:stretch>
            <a:fillRect/>
          </a:stretch>
        </p:blipFill>
        <p:spPr>
          <a:xfrm>
            <a:off x="7471719" y="4319140"/>
            <a:ext cx="4477393" cy="2402334"/>
          </a:xfrm>
          <a:prstGeom prst="rect">
            <a:avLst/>
          </a:prstGeom>
          <a:ln w="19050">
            <a:solidFill>
              <a:srgbClr val="FF0000"/>
            </a:solidFill>
            <a:prstDash val="dash"/>
          </a:ln>
        </p:spPr>
      </p:pic>
      <p:sp>
        <p:nvSpPr>
          <p:cNvPr id="8" name="矩形 7">
            <a:extLst>
              <a:ext uri="{FF2B5EF4-FFF2-40B4-BE49-F238E27FC236}">
                <a16:creationId xmlns:a16="http://schemas.microsoft.com/office/drawing/2014/main" id="{4DD8DD62-E1CF-C1AD-2EF5-010FB5968C9A}"/>
              </a:ext>
            </a:extLst>
          </p:cNvPr>
          <p:cNvSpPr/>
          <p:nvPr/>
        </p:nvSpPr>
        <p:spPr bwMode="auto">
          <a:xfrm>
            <a:off x="3039762" y="914400"/>
            <a:ext cx="1581665" cy="403654"/>
          </a:xfrm>
          <a:prstGeom prst="rect">
            <a:avLst/>
          </a:prstGeom>
          <a:noFill/>
          <a:ln w="28575" cap="flat" cmpd="sng" algn="ctr">
            <a:solidFill>
              <a:srgbClr val="2B31F4"/>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a:ln>
                <a:noFill/>
              </a:ln>
              <a:solidFill>
                <a:schemeClr val="tx1"/>
              </a:solidFill>
              <a:effectLst/>
              <a:latin typeface="Arial" charset="0"/>
              <a:ea typeface="华文楷体" pitchFamily="2" charset="-122"/>
            </a:endParaRPr>
          </a:p>
        </p:txBody>
      </p:sp>
      <p:sp>
        <p:nvSpPr>
          <p:cNvPr id="10" name="文字方塊 9">
            <a:extLst>
              <a:ext uri="{FF2B5EF4-FFF2-40B4-BE49-F238E27FC236}">
                <a16:creationId xmlns:a16="http://schemas.microsoft.com/office/drawing/2014/main" id="{6ACE4A60-014A-573C-E430-A4CB590D73EC}"/>
              </a:ext>
            </a:extLst>
          </p:cNvPr>
          <p:cNvSpPr txBox="1"/>
          <p:nvPr/>
        </p:nvSpPr>
        <p:spPr>
          <a:xfrm>
            <a:off x="3039762" y="914400"/>
            <a:ext cx="377026" cy="369332"/>
          </a:xfrm>
          <a:prstGeom prst="rect">
            <a:avLst/>
          </a:prstGeom>
          <a:noFill/>
        </p:spPr>
        <p:txBody>
          <a:bodyPr wrap="none" rtlCol="0">
            <a:spAutoFit/>
          </a:bodyPr>
          <a:lstStyle/>
          <a:p>
            <a:r>
              <a:rPr lang="en-US" altLang="zh-TW" sz="1800" dirty="0">
                <a:solidFill>
                  <a:srgbClr val="2B31F4"/>
                </a:solidFill>
              </a:rPr>
              <a:t>2.</a:t>
            </a:r>
            <a:endParaRPr lang="zh-TW" altLang="en-US" sz="1800" dirty="0">
              <a:solidFill>
                <a:srgbClr val="2B31F4"/>
              </a:solidFill>
            </a:endParaRPr>
          </a:p>
        </p:txBody>
      </p:sp>
      <p:sp>
        <p:nvSpPr>
          <p:cNvPr id="11" name="矩形 10">
            <a:extLst>
              <a:ext uri="{FF2B5EF4-FFF2-40B4-BE49-F238E27FC236}">
                <a16:creationId xmlns:a16="http://schemas.microsoft.com/office/drawing/2014/main" id="{ABF70DE5-1D7C-5CD6-88E8-E5D4661F364A}"/>
              </a:ext>
            </a:extLst>
          </p:cNvPr>
          <p:cNvSpPr/>
          <p:nvPr/>
        </p:nvSpPr>
        <p:spPr bwMode="auto">
          <a:xfrm>
            <a:off x="1458097" y="2055341"/>
            <a:ext cx="4646141" cy="1964724"/>
          </a:xfrm>
          <a:prstGeom prst="rect">
            <a:avLst/>
          </a:prstGeom>
          <a:noFill/>
          <a:ln w="28575" cap="flat" cmpd="sng" algn="ctr">
            <a:solidFill>
              <a:srgbClr val="2B31F4"/>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a:ln>
                <a:noFill/>
              </a:ln>
              <a:solidFill>
                <a:schemeClr val="tx1"/>
              </a:solidFill>
              <a:effectLst/>
              <a:latin typeface="Arial" charset="0"/>
              <a:ea typeface="华文楷体" pitchFamily="2" charset="-122"/>
            </a:endParaRPr>
          </a:p>
        </p:txBody>
      </p:sp>
      <p:sp>
        <p:nvSpPr>
          <p:cNvPr id="12" name="文字方塊 11">
            <a:extLst>
              <a:ext uri="{FF2B5EF4-FFF2-40B4-BE49-F238E27FC236}">
                <a16:creationId xmlns:a16="http://schemas.microsoft.com/office/drawing/2014/main" id="{4D472A09-EF2A-A443-356F-6400366085F1}"/>
              </a:ext>
            </a:extLst>
          </p:cNvPr>
          <p:cNvSpPr txBox="1"/>
          <p:nvPr/>
        </p:nvSpPr>
        <p:spPr>
          <a:xfrm>
            <a:off x="1458097" y="2055341"/>
            <a:ext cx="377026" cy="369332"/>
          </a:xfrm>
          <a:prstGeom prst="rect">
            <a:avLst/>
          </a:prstGeom>
          <a:noFill/>
        </p:spPr>
        <p:txBody>
          <a:bodyPr wrap="none" rtlCol="0">
            <a:spAutoFit/>
          </a:bodyPr>
          <a:lstStyle/>
          <a:p>
            <a:r>
              <a:rPr lang="en-US" altLang="zh-TW" sz="1800" dirty="0">
                <a:solidFill>
                  <a:srgbClr val="2B31F4"/>
                </a:solidFill>
              </a:rPr>
              <a:t>1.</a:t>
            </a:r>
            <a:endParaRPr lang="zh-TW" altLang="en-US" sz="1800" dirty="0">
              <a:solidFill>
                <a:srgbClr val="2B31F4"/>
              </a:solidFill>
            </a:endParaRPr>
          </a:p>
        </p:txBody>
      </p:sp>
      <p:sp>
        <p:nvSpPr>
          <p:cNvPr id="14" name="矩形 13">
            <a:extLst>
              <a:ext uri="{FF2B5EF4-FFF2-40B4-BE49-F238E27FC236}">
                <a16:creationId xmlns:a16="http://schemas.microsoft.com/office/drawing/2014/main" id="{BA5FD64E-B882-C039-192D-14FFC30455E6}"/>
              </a:ext>
            </a:extLst>
          </p:cNvPr>
          <p:cNvSpPr/>
          <p:nvPr/>
        </p:nvSpPr>
        <p:spPr bwMode="auto">
          <a:xfrm>
            <a:off x="6639697" y="3459891"/>
            <a:ext cx="1037968" cy="835099"/>
          </a:xfrm>
          <a:prstGeom prst="rect">
            <a:avLst/>
          </a:prstGeom>
          <a:noFill/>
          <a:ln w="28575" cap="flat" cmpd="sng" algn="ctr">
            <a:solidFill>
              <a:srgbClr val="2B31F4"/>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a:ln>
                <a:noFill/>
              </a:ln>
              <a:solidFill>
                <a:schemeClr val="tx1"/>
              </a:solidFill>
              <a:effectLst/>
              <a:latin typeface="Arial" charset="0"/>
              <a:ea typeface="华文楷体" pitchFamily="2" charset="-122"/>
            </a:endParaRPr>
          </a:p>
        </p:txBody>
      </p:sp>
      <p:sp>
        <p:nvSpPr>
          <p:cNvPr id="15" name="文字方塊 14">
            <a:extLst>
              <a:ext uri="{FF2B5EF4-FFF2-40B4-BE49-F238E27FC236}">
                <a16:creationId xmlns:a16="http://schemas.microsoft.com/office/drawing/2014/main" id="{D1C83A8A-8123-1E40-2089-B23ADC5C1208}"/>
              </a:ext>
            </a:extLst>
          </p:cNvPr>
          <p:cNvSpPr txBox="1"/>
          <p:nvPr/>
        </p:nvSpPr>
        <p:spPr>
          <a:xfrm>
            <a:off x="6639697" y="3443678"/>
            <a:ext cx="377026" cy="369332"/>
          </a:xfrm>
          <a:prstGeom prst="rect">
            <a:avLst/>
          </a:prstGeom>
          <a:noFill/>
        </p:spPr>
        <p:txBody>
          <a:bodyPr wrap="none" rtlCol="0">
            <a:spAutoFit/>
          </a:bodyPr>
          <a:lstStyle/>
          <a:p>
            <a:r>
              <a:rPr lang="en-US" altLang="zh-TW" sz="1800" dirty="0">
                <a:solidFill>
                  <a:srgbClr val="2B31F4"/>
                </a:solidFill>
              </a:rPr>
              <a:t>4.</a:t>
            </a:r>
            <a:endParaRPr lang="zh-TW" altLang="en-US" sz="1800" dirty="0">
              <a:solidFill>
                <a:srgbClr val="2B31F4"/>
              </a:solidFill>
            </a:endParaRPr>
          </a:p>
        </p:txBody>
      </p:sp>
      <p:sp>
        <p:nvSpPr>
          <p:cNvPr id="16" name="文字方塊 15">
            <a:extLst>
              <a:ext uri="{FF2B5EF4-FFF2-40B4-BE49-F238E27FC236}">
                <a16:creationId xmlns:a16="http://schemas.microsoft.com/office/drawing/2014/main" id="{969B2B78-A041-2A0B-8F97-6EB49BCC1491}"/>
              </a:ext>
            </a:extLst>
          </p:cNvPr>
          <p:cNvSpPr txBox="1"/>
          <p:nvPr/>
        </p:nvSpPr>
        <p:spPr>
          <a:xfrm>
            <a:off x="4750284" y="977727"/>
            <a:ext cx="3738396" cy="276999"/>
          </a:xfrm>
          <a:prstGeom prst="rect">
            <a:avLst/>
          </a:prstGeom>
          <a:solidFill>
            <a:srgbClr val="FDF3DB"/>
          </a:solidFill>
        </p:spPr>
        <p:txBody>
          <a:bodyPr wrap="square" rtlCol="0">
            <a:spAutoFit/>
          </a:bodyPr>
          <a:lstStyle>
            <a:defPPr>
              <a:defRPr lang="en-US"/>
            </a:defPPr>
            <a:lvl1pPr>
              <a:defRPr sz="1200" b="0">
                <a:latin typeface="微軟正黑體" panose="020B0604030504040204" pitchFamily="34" charset="-120"/>
                <a:ea typeface="微軟正黑體" panose="020B0604030504040204" pitchFamily="34" charset="-120"/>
              </a:defRPr>
            </a:lvl1pPr>
          </a:lstStyle>
          <a:p>
            <a:r>
              <a:rPr lang="zh-TW" altLang="en-US" dirty="0"/>
              <a:t>設計有給一版轉外框的文字 </a:t>
            </a:r>
            <a:r>
              <a:rPr lang="en-US" altLang="zh-TW" dirty="0"/>
              <a:t>&gt;&gt;</a:t>
            </a:r>
            <a:r>
              <a:rPr lang="zh-TW" altLang="en-US" dirty="0"/>
              <a:t> 檔名</a:t>
            </a:r>
            <a:r>
              <a:rPr lang="en-US" altLang="zh-TW" dirty="0" err="1"/>
              <a:t>ol</a:t>
            </a:r>
            <a:r>
              <a:rPr lang="zh-TW" altLang="en-US" dirty="0"/>
              <a:t>為有轉外框的</a:t>
            </a:r>
          </a:p>
        </p:txBody>
      </p:sp>
      <p:sp>
        <p:nvSpPr>
          <p:cNvPr id="17" name="文字方塊 16">
            <a:extLst>
              <a:ext uri="{FF2B5EF4-FFF2-40B4-BE49-F238E27FC236}">
                <a16:creationId xmlns:a16="http://schemas.microsoft.com/office/drawing/2014/main" id="{9100B371-5F3D-960D-D2CD-881CCE6DAF6F}"/>
              </a:ext>
            </a:extLst>
          </p:cNvPr>
          <p:cNvSpPr txBox="1"/>
          <p:nvPr/>
        </p:nvSpPr>
        <p:spPr>
          <a:xfrm>
            <a:off x="2323482" y="1317366"/>
            <a:ext cx="377026" cy="369332"/>
          </a:xfrm>
          <a:prstGeom prst="rect">
            <a:avLst/>
          </a:prstGeom>
          <a:noFill/>
        </p:spPr>
        <p:txBody>
          <a:bodyPr wrap="none" rtlCol="0">
            <a:spAutoFit/>
          </a:bodyPr>
          <a:lstStyle/>
          <a:p>
            <a:r>
              <a:rPr lang="en-US" altLang="zh-TW" sz="1800" dirty="0">
                <a:solidFill>
                  <a:srgbClr val="2B31F4"/>
                </a:solidFill>
              </a:rPr>
              <a:t>3.</a:t>
            </a:r>
            <a:endParaRPr lang="zh-TW" altLang="en-US" sz="1800" dirty="0">
              <a:solidFill>
                <a:srgbClr val="2B31F4"/>
              </a:solidFill>
            </a:endParaRPr>
          </a:p>
        </p:txBody>
      </p:sp>
      <p:sp>
        <p:nvSpPr>
          <p:cNvPr id="18" name="矩形 17">
            <a:extLst>
              <a:ext uri="{FF2B5EF4-FFF2-40B4-BE49-F238E27FC236}">
                <a16:creationId xmlns:a16="http://schemas.microsoft.com/office/drawing/2014/main" id="{D07C7A24-9873-D814-A2AE-6DF68F9ED4FD}"/>
              </a:ext>
            </a:extLst>
          </p:cNvPr>
          <p:cNvSpPr/>
          <p:nvPr/>
        </p:nvSpPr>
        <p:spPr bwMode="auto">
          <a:xfrm>
            <a:off x="2257167" y="1340280"/>
            <a:ext cx="2991108" cy="403654"/>
          </a:xfrm>
          <a:prstGeom prst="rect">
            <a:avLst/>
          </a:prstGeom>
          <a:noFill/>
          <a:ln w="28575" cap="flat" cmpd="sng" algn="ctr">
            <a:solidFill>
              <a:srgbClr val="2B31F4"/>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a:ln>
                <a:noFill/>
              </a:ln>
              <a:solidFill>
                <a:schemeClr val="tx1"/>
              </a:solidFill>
              <a:effectLst/>
              <a:latin typeface="Arial" charset="0"/>
              <a:ea typeface="华文楷体" pitchFamily="2" charset="-122"/>
            </a:endParaRPr>
          </a:p>
        </p:txBody>
      </p:sp>
      <p:sp>
        <p:nvSpPr>
          <p:cNvPr id="19" name="文字方塊 18">
            <a:extLst>
              <a:ext uri="{FF2B5EF4-FFF2-40B4-BE49-F238E27FC236}">
                <a16:creationId xmlns:a16="http://schemas.microsoft.com/office/drawing/2014/main" id="{7897F64E-913E-6B1B-EB0D-98A92E437060}"/>
              </a:ext>
            </a:extLst>
          </p:cNvPr>
          <p:cNvSpPr txBox="1"/>
          <p:nvPr/>
        </p:nvSpPr>
        <p:spPr>
          <a:xfrm>
            <a:off x="7736935" y="3674510"/>
            <a:ext cx="1967237" cy="276999"/>
          </a:xfrm>
          <a:prstGeom prst="rect">
            <a:avLst/>
          </a:prstGeom>
          <a:solidFill>
            <a:srgbClr val="FDF3DB"/>
          </a:solidFill>
        </p:spPr>
        <p:txBody>
          <a:bodyPr wrap="square" rtlCol="0">
            <a:spAutoFit/>
          </a:bodyPr>
          <a:lstStyle>
            <a:defPPr>
              <a:defRPr lang="en-US"/>
            </a:defPPr>
            <a:lvl1pPr>
              <a:defRPr sz="1200" b="0">
                <a:latin typeface="微軟正黑體" panose="020B0604030504040204" pitchFamily="34" charset="-120"/>
                <a:ea typeface="微軟正黑體" panose="020B0604030504040204" pitchFamily="34" charset="-120"/>
              </a:defRPr>
            </a:lvl1pPr>
          </a:lstStyle>
          <a:p>
            <a:r>
              <a:rPr lang="zh-TW" altLang="en-US" dirty="0"/>
              <a:t>浮動按鈕大小可調大一些</a:t>
            </a:r>
          </a:p>
        </p:txBody>
      </p:sp>
      <p:sp>
        <p:nvSpPr>
          <p:cNvPr id="3" name="文字方塊 2">
            <a:extLst>
              <a:ext uri="{FF2B5EF4-FFF2-40B4-BE49-F238E27FC236}">
                <a16:creationId xmlns:a16="http://schemas.microsoft.com/office/drawing/2014/main" id="{559AD77A-C9A2-4DFE-6694-57EFB90B6C8E}"/>
              </a:ext>
            </a:extLst>
          </p:cNvPr>
          <p:cNvSpPr txBox="1"/>
          <p:nvPr/>
        </p:nvSpPr>
        <p:spPr>
          <a:xfrm>
            <a:off x="8863913" y="2055341"/>
            <a:ext cx="1454244" cy="1107996"/>
          </a:xfrm>
          <a:prstGeom prst="rect">
            <a:avLst/>
          </a:prstGeom>
          <a:solidFill>
            <a:srgbClr val="92D050"/>
          </a:solidFill>
        </p:spPr>
        <p:txBody>
          <a:bodyPr wrap="none" rtlCol="0">
            <a:spAutoFit/>
          </a:bodyPr>
          <a:lstStyle/>
          <a:p>
            <a:r>
              <a:rPr lang="en-US" altLang="zh-TW" sz="6600" dirty="0">
                <a:solidFill>
                  <a:schemeClr val="bg1"/>
                </a:solidFill>
              </a:rPr>
              <a:t>OK</a:t>
            </a:r>
            <a:endParaRPr lang="zh-TW" altLang="en-US" sz="6600" dirty="0">
              <a:solidFill>
                <a:schemeClr val="bg1"/>
              </a:solidFill>
            </a:endParaRPr>
          </a:p>
        </p:txBody>
      </p:sp>
    </p:spTree>
    <p:extLst>
      <p:ext uri="{BB962C8B-B14F-4D97-AF65-F5344CB8AC3E}">
        <p14:creationId xmlns:p14="http://schemas.microsoft.com/office/powerpoint/2010/main" val="1553402829"/>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9CAB29D-AF3F-9346-B955-279AC2CD3C92}"/>
              </a:ext>
            </a:extLst>
          </p:cNvPr>
          <p:cNvSpPr>
            <a:spLocks noGrp="1"/>
          </p:cNvSpPr>
          <p:nvPr>
            <p:ph type="title"/>
          </p:nvPr>
        </p:nvSpPr>
        <p:spPr/>
        <p:txBody>
          <a:bodyPr/>
          <a:lstStyle/>
          <a:p>
            <a:r>
              <a:rPr kumimoji="1" lang="zh-TW" altLang="en-US" b="1" dirty="0"/>
              <a:t>跨行理財 </a:t>
            </a:r>
            <a:r>
              <a:rPr kumimoji="1" lang="en-US" altLang="zh-TW" sz="1800" b="1" dirty="0"/>
              <a:t>(2/2)</a:t>
            </a:r>
            <a:r>
              <a:rPr kumimoji="1" lang="en-US" altLang="zh-TW" sz="3200" b="1" dirty="0">
                <a:solidFill>
                  <a:schemeClr val="tx1">
                    <a:lumMod val="50000"/>
                    <a:lumOff val="50000"/>
                  </a:schemeClr>
                </a:solidFill>
              </a:rPr>
              <a:t> </a:t>
            </a:r>
            <a:r>
              <a:rPr kumimoji="1" lang="en-US" altLang="zh-TW" sz="1800" b="1" dirty="0">
                <a:solidFill>
                  <a:schemeClr val="tx1">
                    <a:lumMod val="50000"/>
                    <a:lumOff val="50000"/>
                  </a:schemeClr>
                </a:solidFill>
              </a:rPr>
              <a:t>(1.</a:t>
            </a:r>
            <a:r>
              <a:rPr kumimoji="1" lang="zh-TW" altLang="en-US" sz="1800" b="1" dirty="0">
                <a:solidFill>
                  <a:schemeClr val="tx1">
                    <a:lumMod val="50000"/>
                    <a:lumOff val="50000"/>
                  </a:schemeClr>
                </a:solidFill>
              </a:rPr>
              <a:t>卡片翻面方式調整、</a:t>
            </a:r>
            <a:r>
              <a:rPr kumimoji="1" lang="en-US" altLang="zh-TW" sz="1800" b="1" dirty="0">
                <a:solidFill>
                  <a:schemeClr val="tx1">
                    <a:lumMod val="50000"/>
                    <a:lumOff val="50000"/>
                  </a:schemeClr>
                </a:solidFill>
              </a:rPr>
              <a:t>2.</a:t>
            </a:r>
            <a:r>
              <a:rPr kumimoji="1" lang="zh-TW" altLang="en-US" sz="1800" b="1" dirty="0">
                <a:solidFill>
                  <a:schemeClr val="tx1">
                    <a:lumMod val="50000"/>
                    <a:lumOff val="50000"/>
                  </a:schemeClr>
                </a:solidFill>
              </a:rPr>
              <a:t>字體調大</a:t>
            </a:r>
            <a:r>
              <a:rPr kumimoji="1" lang="en-US" altLang="zh-TW" sz="1800" b="1" dirty="0">
                <a:solidFill>
                  <a:schemeClr val="tx1">
                    <a:lumMod val="50000"/>
                    <a:lumOff val="50000"/>
                  </a:schemeClr>
                </a:solidFill>
              </a:rPr>
              <a:t>)</a:t>
            </a:r>
            <a:endParaRPr kumimoji="1" lang="zh-TW" altLang="en-US" b="1" dirty="0"/>
          </a:p>
        </p:txBody>
      </p:sp>
      <p:pic>
        <p:nvPicPr>
          <p:cNvPr id="3" name="圖片 2">
            <a:extLst>
              <a:ext uri="{FF2B5EF4-FFF2-40B4-BE49-F238E27FC236}">
                <a16:creationId xmlns:a16="http://schemas.microsoft.com/office/drawing/2014/main" id="{5E424990-54EC-C0F3-72CD-165A51A0016D}"/>
              </a:ext>
            </a:extLst>
          </p:cNvPr>
          <p:cNvPicPr>
            <a:picLocks noChangeAspect="1"/>
          </p:cNvPicPr>
          <p:nvPr/>
        </p:nvPicPr>
        <p:blipFill>
          <a:blip r:embed="rId2"/>
          <a:stretch>
            <a:fillRect/>
          </a:stretch>
        </p:blipFill>
        <p:spPr>
          <a:xfrm>
            <a:off x="0" y="864318"/>
            <a:ext cx="7677665" cy="3705598"/>
          </a:xfrm>
          <a:prstGeom prst="rect">
            <a:avLst/>
          </a:prstGeom>
          <a:ln w="28575">
            <a:noFill/>
          </a:ln>
        </p:spPr>
      </p:pic>
      <p:sp>
        <p:nvSpPr>
          <p:cNvPr id="5" name="文字方塊 4">
            <a:extLst>
              <a:ext uri="{FF2B5EF4-FFF2-40B4-BE49-F238E27FC236}">
                <a16:creationId xmlns:a16="http://schemas.microsoft.com/office/drawing/2014/main" id="{589728D6-4321-7500-0E6B-93207704F520}"/>
              </a:ext>
            </a:extLst>
          </p:cNvPr>
          <p:cNvSpPr txBox="1"/>
          <p:nvPr/>
        </p:nvSpPr>
        <p:spPr>
          <a:xfrm>
            <a:off x="8293445" y="1217009"/>
            <a:ext cx="2506360" cy="1200329"/>
          </a:xfrm>
          <a:prstGeom prst="rect">
            <a:avLst/>
          </a:prstGeom>
          <a:solidFill>
            <a:srgbClr val="FDF3DB"/>
          </a:solidFill>
        </p:spPr>
        <p:txBody>
          <a:bodyPr wrap="square" rtlCol="0">
            <a:spAutoFit/>
          </a:bodyPr>
          <a:lstStyle>
            <a:defPPr>
              <a:defRPr lang="en-US"/>
            </a:defPPr>
            <a:lvl1pPr>
              <a:defRPr sz="1200" b="0">
                <a:latin typeface="微軟正黑體" panose="020B0604030504040204" pitchFamily="34" charset="-120"/>
                <a:ea typeface="微軟正黑體" panose="020B0604030504040204" pitchFamily="34" charset="-120"/>
              </a:defRPr>
            </a:lvl1pPr>
          </a:lstStyle>
          <a:p>
            <a:r>
              <a:rPr lang="zh-TW" altLang="en-US" dirty="0"/>
              <a:t>滑鼠未接觸卡片前尚不需立體旋轉，卡片翻面方式可參考下方網頁：</a:t>
            </a:r>
            <a:endParaRPr lang="en-US" altLang="zh-TW" dirty="0">
              <a:hlinkClick r:id="rId3"/>
            </a:endParaRPr>
          </a:p>
          <a:p>
            <a:endParaRPr lang="en-US" altLang="zh-TW" dirty="0">
              <a:hlinkClick r:id="rId3"/>
            </a:endParaRPr>
          </a:p>
          <a:p>
            <a:r>
              <a:rPr lang="en-US" altLang="zh-TW" dirty="0">
                <a:hlinkClick r:id="rId3"/>
              </a:rPr>
              <a:t>https://bank.sinopac.com/sinopacBT/webevents/sino-efficient/index.html</a:t>
            </a:r>
            <a:endParaRPr lang="zh-TW" altLang="en-US" dirty="0"/>
          </a:p>
        </p:txBody>
      </p:sp>
      <p:sp>
        <p:nvSpPr>
          <p:cNvPr id="6" name="矩形 5">
            <a:extLst>
              <a:ext uri="{FF2B5EF4-FFF2-40B4-BE49-F238E27FC236}">
                <a16:creationId xmlns:a16="http://schemas.microsoft.com/office/drawing/2014/main" id="{960D330C-E818-AA53-1AFB-8C2A32150DE4}"/>
              </a:ext>
            </a:extLst>
          </p:cNvPr>
          <p:cNvSpPr/>
          <p:nvPr/>
        </p:nvSpPr>
        <p:spPr bwMode="auto">
          <a:xfrm>
            <a:off x="1458097" y="2055341"/>
            <a:ext cx="4646141" cy="1964724"/>
          </a:xfrm>
          <a:prstGeom prst="rect">
            <a:avLst/>
          </a:prstGeom>
          <a:noFill/>
          <a:ln w="28575" cap="flat" cmpd="sng" algn="ctr">
            <a:solidFill>
              <a:srgbClr val="2B31F4"/>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a:ln>
                <a:noFill/>
              </a:ln>
              <a:solidFill>
                <a:schemeClr val="tx1"/>
              </a:solidFill>
              <a:effectLst/>
              <a:latin typeface="Arial" charset="0"/>
              <a:ea typeface="华文楷体" pitchFamily="2" charset="-122"/>
            </a:endParaRPr>
          </a:p>
        </p:txBody>
      </p:sp>
      <p:sp>
        <p:nvSpPr>
          <p:cNvPr id="7" name="文字方塊 6">
            <a:extLst>
              <a:ext uri="{FF2B5EF4-FFF2-40B4-BE49-F238E27FC236}">
                <a16:creationId xmlns:a16="http://schemas.microsoft.com/office/drawing/2014/main" id="{E319A648-42D5-9EC6-6F9C-D81DDB4F9FAE}"/>
              </a:ext>
            </a:extLst>
          </p:cNvPr>
          <p:cNvSpPr txBox="1"/>
          <p:nvPr/>
        </p:nvSpPr>
        <p:spPr>
          <a:xfrm>
            <a:off x="1458097" y="2055341"/>
            <a:ext cx="377026" cy="369332"/>
          </a:xfrm>
          <a:prstGeom prst="rect">
            <a:avLst/>
          </a:prstGeom>
          <a:noFill/>
        </p:spPr>
        <p:txBody>
          <a:bodyPr wrap="none" rtlCol="0">
            <a:spAutoFit/>
          </a:bodyPr>
          <a:lstStyle/>
          <a:p>
            <a:r>
              <a:rPr lang="en-US" altLang="zh-TW" sz="1800" dirty="0">
                <a:solidFill>
                  <a:srgbClr val="2B31F4"/>
                </a:solidFill>
              </a:rPr>
              <a:t>1.</a:t>
            </a:r>
            <a:endParaRPr lang="zh-TW" altLang="en-US" sz="1800" dirty="0">
              <a:solidFill>
                <a:srgbClr val="2B31F4"/>
              </a:solidFill>
            </a:endParaRPr>
          </a:p>
        </p:txBody>
      </p:sp>
      <p:sp>
        <p:nvSpPr>
          <p:cNvPr id="9" name="文字方塊 8">
            <a:extLst>
              <a:ext uri="{FF2B5EF4-FFF2-40B4-BE49-F238E27FC236}">
                <a16:creationId xmlns:a16="http://schemas.microsoft.com/office/drawing/2014/main" id="{BC477A3A-4A44-7F41-796E-364F5F321246}"/>
              </a:ext>
            </a:extLst>
          </p:cNvPr>
          <p:cNvSpPr txBox="1"/>
          <p:nvPr/>
        </p:nvSpPr>
        <p:spPr>
          <a:xfrm>
            <a:off x="1744363" y="3037703"/>
            <a:ext cx="377026" cy="369332"/>
          </a:xfrm>
          <a:prstGeom prst="rect">
            <a:avLst/>
          </a:prstGeom>
          <a:noFill/>
        </p:spPr>
        <p:txBody>
          <a:bodyPr wrap="none" rtlCol="0">
            <a:spAutoFit/>
          </a:bodyPr>
          <a:lstStyle>
            <a:defPPr>
              <a:defRPr lang="en-US"/>
            </a:defPPr>
            <a:lvl1pPr>
              <a:defRPr sz="1800">
                <a:solidFill>
                  <a:srgbClr val="2B31F4"/>
                </a:solidFill>
              </a:defRPr>
            </a:lvl1pPr>
          </a:lstStyle>
          <a:p>
            <a:r>
              <a:rPr lang="en-US" altLang="zh-TW" dirty="0"/>
              <a:t>2.</a:t>
            </a:r>
            <a:endParaRPr lang="zh-TW" altLang="en-US" dirty="0"/>
          </a:p>
        </p:txBody>
      </p:sp>
      <p:sp>
        <p:nvSpPr>
          <p:cNvPr id="10" name="矩形 9">
            <a:extLst>
              <a:ext uri="{FF2B5EF4-FFF2-40B4-BE49-F238E27FC236}">
                <a16:creationId xmlns:a16="http://schemas.microsoft.com/office/drawing/2014/main" id="{5349ED1D-5634-0FB7-93EC-8A7F09C7269E}"/>
              </a:ext>
            </a:extLst>
          </p:cNvPr>
          <p:cNvSpPr/>
          <p:nvPr/>
        </p:nvSpPr>
        <p:spPr bwMode="auto">
          <a:xfrm>
            <a:off x="1744363" y="3037703"/>
            <a:ext cx="4129215" cy="577993"/>
          </a:xfrm>
          <a:prstGeom prst="rect">
            <a:avLst/>
          </a:prstGeom>
          <a:noFill/>
          <a:ln w="28575" cap="flat" cmpd="sng" algn="ctr">
            <a:solidFill>
              <a:srgbClr val="2B31F4"/>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a:ln>
                <a:noFill/>
              </a:ln>
              <a:solidFill>
                <a:schemeClr val="tx1"/>
              </a:solidFill>
              <a:effectLst/>
              <a:latin typeface="Arial" charset="0"/>
              <a:ea typeface="华文楷体" pitchFamily="2" charset="-122"/>
            </a:endParaRPr>
          </a:p>
        </p:txBody>
      </p:sp>
      <p:sp>
        <p:nvSpPr>
          <p:cNvPr id="4" name="文字方塊 3">
            <a:extLst>
              <a:ext uri="{FF2B5EF4-FFF2-40B4-BE49-F238E27FC236}">
                <a16:creationId xmlns:a16="http://schemas.microsoft.com/office/drawing/2014/main" id="{15CDD7AD-9B04-60AB-EDE4-05790E7E88B1}"/>
              </a:ext>
            </a:extLst>
          </p:cNvPr>
          <p:cNvSpPr txBox="1"/>
          <p:nvPr/>
        </p:nvSpPr>
        <p:spPr>
          <a:xfrm>
            <a:off x="9226378" y="4893277"/>
            <a:ext cx="1454244" cy="1107996"/>
          </a:xfrm>
          <a:prstGeom prst="rect">
            <a:avLst/>
          </a:prstGeom>
          <a:solidFill>
            <a:srgbClr val="92D050"/>
          </a:solidFill>
        </p:spPr>
        <p:txBody>
          <a:bodyPr wrap="none" rtlCol="0">
            <a:spAutoFit/>
          </a:bodyPr>
          <a:lstStyle/>
          <a:p>
            <a:r>
              <a:rPr lang="en-US" altLang="zh-TW" sz="6600" dirty="0">
                <a:solidFill>
                  <a:schemeClr val="bg1"/>
                </a:solidFill>
              </a:rPr>
              <a:t>OK</a:t>
            </a:r>
            <a:endParaRPr lang="zh-TW" altLang="en-US" sz="6600" dirty="0">
              <a:solidFill>
                <a:schemeClr val="bg1"/>
              </a:solidFill>
            </a:endParaRPr>
          </a:p>
        </p:txBody>
      </p:sp>
    </p:spTree>
    <p:extLst>
      <p:ext uri="{BB962C8B-B14F-4D97-AF65-F5344CB8AC3E}">
        <p14:creationId xmlns:p14="http://schemas.microsoft.com/office/powerpoint/2010/main" val="2320279790"/>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9CAB29D-AF3F-9346-B955-279AC2CD3C92}"/>
              </a:ext>
            </a:extLst>
          </p:cNvPr>
          <p:cNvSpPr>
            <a:spLocks noGrp="1"/>
          </p:cNvSpPr>
          <p:nvPr>
            <p:ph type="title"/>
          </p:nvPr>
        </p:nvSpPr>
        <p:spPr/>
        <p:txBody>
          <a:bodyPr/>
          <a:lstStyle/>
          <a:p>
            <a:r>
              <a:rPr kumimoji="1" lang="zh-TW" altLang="en-US" b="1" dirty="0"/>
              <a:t>退休可攜注意事項</a:t>
            </a:r>
            <a:r>
              <a:rPr kumimoji="1" lang="en-US" altLang="zh-TW" sz="1800" b="1" dirty="0">
                <a:solidFill>
                  <a:schemeClr val="tx1">
                    <a:lumMod val="50000"/>
                    <a:lumOff val="50000"/>
                  </a:schemeClr>
                </a:solidFill>
              </a:rPr>
              <a:t>(1.</a:t>
            </a:r>
            <a:r>
              <a:rPr kumimoji="1" lang="zh-TW" altLang="en-US" sz="1800" b="1" dirty="0">
                <a:solidFill>
                  <a:schemeClr val="tx1">
                    <a:lumMod val="50000"/>
                    <a:lumOff val="50000"/>
                  </a:schemeClr>
                </a:solidFill>
              </a:rPr>
              <a:t>光箱缺右上角 </a:t>
            </a:r>
            <a:r>
              <a:rPr kumimoji="1" lang="en-US" altLang="zh-TW" sz="1800" b="1" dirty="0">
                <a:solidFill>
                  <a:schemeClr val="tx1">
                    <a:lumMod val="50000"/>
                    <a:lumOff val="50000"/>
                  </a:schemeClr>
                </a:solidFill>
              </a:rPr>
              <a:t>X </a:t>
            </a:r>
            <a:r>
              <a:rPr kumimoji="1" lang="zh-TW" altLang="en-US" sz="1800" b="1" dirty="0">
                <a:solidFill>
                  <a:schemeClr val="tx1">
                    <a:lumMod val="50000"/>
                    <a:lumOff val="50000"/>
                  </a:schemeClr>
                </a:solidFill>
              </a:rPr>
              <a:t>、</a:t>
            </a:r>
            <a:r>
              <a:rPr kumimoji="1" lang="en-US" altLang="zh-TW" sz="1800" b="1" dirty="0">
                <a:solidFill>
                  <a:schemeClr val="tx1">
                    <a:lumMod val="50000"/>
                    <a:lumOff val="50000"/>
                  </a:schemeClr>
                </a:solidFill>
              </a:rPr>
              <a:t>2.</a:t>
            </a:r>
            <a:r>
              <a:rPr kumimoji="1" lang="zh-TW" altLang="en-US" sz="1800" b="1" dirty="0">
                <a:solidFill>
                  <a:schemeClr val="tx1">
                    <a:lumMod val="50000"/>
                    <a:lumOff val="50000"/>
                  </a:schemeClr>
                </a:solidFill>
              </a:rPr>
              <a:t>退休信託帳戶可攜注意事項字體與原設計不同</a:t>
            </a:r>
            <a:r>
              <a:rPr kumimoji="1" lang="en-US" altLang="zh-TW" sz="1800" b="1" dirty="0">
                <a:solidFill>
                  <a:schemeClr val="tx1">
                    <a:lumMod val="50000"/>
                    <a:lumOff val="50000"/>
                  </a:schemeClr>
                </a:solidFill>
              </a:rPr>
              <a:t>)</a:t>
            </a:r>
            <a:endParaRPr kumimoji="1" lang="zh-TW" altLang="en-US" b="1" dirty="0"/>
          </a:p>
        </p:txBody>
      </p:sp>
      <p:pic>
        <p:nvPicPr>
          <p:cNvPr id="4" name="圖片 3">
            <a:extLst>
              <a:ext uri="{FF2B5EF4-FFF2-40B4-BE49-F238E27FC236}">
                <a16:creationId xmlns:a16="http://schemas.microsoft.com/office/drawing/2014/main" id="{12F22CA1-BDFA-999B-7B0F-751731A8A77D}"/>
              </a:ext>
            </a:extLst>
          </p:cNvPr>
          <p:cNvPicPr>
            <a:picLocks noChangeAspect="1"/>
          </p:cNvPicPr>
          <p:nvPr/>
        </p:nvPicPr>
        <p:blipFill rotWithShape="1">
          <a:blip r:embed="rId2"/>
          <a:srcRect t="941" b="1563"/>
          <a:stretch/>
        </p:blipFill>
        <p:spPr>
          <a:xfrm>
            <a:off x="358605" y="789853"/>
            <a:ext cx="7843790" cy="5783704"/>
          </a:xfrm>
          <a:prstGeom prst="rect">
            <a:avLst/>
          </a:prstGeom>
        </p:spPr>
      </p:pic>
      <p:pic>
        <p:nvPicPr>
          <p:cNvPr id="6" name="圖片 5">
            <a:extLst>
              <a:ext uri="{FF2B5EF4-FFF2-40B4-BE49-F238E27FC236}">
                <a16:creationId xmlns:a16="http://schemas.microsoft.com/office/drawing/2014/main" id="{492D9B9F-7615-49FC-DD86-2294E7DCE637}"/>
              </a:ext>
            </a:extLst>
          </p:cNvPr>
          <p:cNvPicPr>
            <a:picLocks noChangeAspect="1"/>
          </p:cNvPicPr>
          <p:nvPr/>
        </p:nvPicPr>
        <p:blipFill>
          <a:blip r:embed="rId3"/>
          <a:stretch>
            <a:fillRect/>
          </a:stretch>
        </p:blipFill>
        <p:spPr>
          <a:xfrm>
            <a:off x="8597792" y="915002"/>
            <a:ext cx="550845" cy="452480"/>
          </a:xfrm>
          <a:prstGeom prst="rect">
            <a:avLst/>
          </a:prstGeom>
          <a:ln w="19050">
            <a:solidFill>
              <a:srgbClr val="FF0000"/>
            </a:solidFill>
            <a:prstDash val="dash"/>
          </a:ln>
        </p:spPr>
      </p:pic>
      <p:cxnSp>
        <p:nvCxnSpPr>
          <p:cNvPr id="8" name="直線單箭頭接點 7">
            <a:extLst>
              <a:ext uri="{FF2B5EF4-FFF2-40B4-BE49-F238E27FC236}">
                <a16:creationId xmlns:a16="http://schemas.microsoft.com/office/drawing/2014/main" id="{BBF1D090-FC2E-B994-DFD1-FFE7941A7DD2}"/>
              </a:ext>
            </a:extLst>
          </p:cNvPr>
          <p:cNvCxnSpPr>
            <a:cxnSpLocks/>
          </p:cNvCxnSpPr>
          <p:nvPr/>
        </p:nvCxnSpPr>
        <p:spPr bwMode="auto">
          <a:xfrm flipH="1">
            <a:off x="6768992" y="1133004"/>
            <a:ext cx="1828800" cy="0"/>
          </a:xfrm>
          <a:prstGeom prst="straightConnector1">
            <a:avLst/>
          </a:prstGeom>
          <a:solidFill>
            <a:schemeClr val="accent1"/>
          </a:solidFill>
          <a:ln w="9525" cap="flat" cmpd="sng" algn="ctr">
            <a:solidFill>
              <a:srgbClr val="2B31F4"/>
            </a:solidFill>
            <a:prstDash val="solid"/>
            <a:round/>
            <a:headEnd type="none" w="med" len="med"/>
            <a:tailEnd type="triangle"/>
          </a:ln>
          <a:effectLst/>
        </p:spPr>
      </p:cxnSp>
      <p:sp>
        <p:nvSpPr>
          <p:cNvPr id="10" name="文字方塊 9">
            <a:extLst>
              <a:ext uri="{FF2B5EF4-FFF2-40B4-BE49-F238E27FC236}">
                <a16:creationId xmlns:a16="http://schemas.microsoft.com/office/drawing/2014/main" id="{334BDE18-102C-D6B7-7007-3F948196E4FD}"/>
              </a:ext>
            </a:extLst>
          </p:cNvPr>
          <p:cNvSpPr txBox="1"/>
          <p:nvPr/>
        </p:nvSpPr>
        <p:spPr>
          <a:xfrm>
            <a:off x="2164493" y="998150"/>
            <a:ext cx="377026" cy="369332"/>
          </a:xfrm>
          <a:prstGeom prst="rect">
            <a:avLst/>
          </a:prstGeom>
          <a:noFill/>
        </p:spPr>
        <p:txBody>
          <a:bodyPr wrap="none" rtlCol="0">
            <a:spAutoFit/>
          </a:bodyPr>
          <a:lstStyle>
            <a:defPPr>
              <a:defRPr lang="en-US"/>
            </a:defPPr>
            <a:lvl1pPr>
              <a:defRPr sz="1800">
                <a:solidFill>
                  <a:srgbClr val="2B31F4"/>
                </a:solidFill>
              </a:defRPr>
            </a:lvl1pPr>
          </a:lstStyle>
          <a:p>
            <a:r>
              <a:rPr lang="en-US" altLang="zh-TW" dirty="0"/>
              <a:t>2.</a:t>
            </a:r>
            <a:endParaRPr lang="zh-TW" altLang="en-US" dirty="0"/>
          </a:p>
        </p:txBody>
      </p:sp>
      <p:sp>
        <p:nvSpPr>
          <p:cNvPr id="12" name="文字方塊 11">
            <a:extLst>
              <a:ext uri="{FF2B5EF4-FFF2-40B4-BE49-F238E27FC236}">
                <a16:creationId xmlns:a16="http://schemas.microsoft.com/office/drawing/2014/main" id="{072FD770-951F-FB49-D707-2B0894922E39}"/>
              </a:ext>
            </a:extLst>
          </p:cNvPr>
          <p:cNvSpPr txBox="1"/>
          <p:nvPr/>
        </p:nvSpPr>
        <p:spPr>
          <a:xfrm>
            <a:off x="6391966" y="956576"/>
            <a:ext cx="377026" cy="369332"/>
          </a:xfrm>
          <a:prstGeom prst="rect">
            <a:avLst/>
          </a:prstGeom>
          <a:noFill/>
        </p:spPr>
        <p:txBody>
          <a:bodyPr wrap="none" rtlCol="0">
            <a:spAutoFit/>
          </a:bodyPr>
          <a:lstStyle/>
          <a:p>
            <a:r>
              <a:rPr lang="en-US" altLang="zh-TW" sz="1800" dirty="0">
                <a:solidFill>
                  <a:srgbClr val="2B31F4"/>
                </a:solidFill>
              </a:rPr>
              <a:t>1.</a:t>
            </a:r>
            <a:endParaRPr lang="zh-TW" altLang="en-US" sz="1800" dirty="0">
              <a:solidFill>
                <a:srgbClr val="2B31F4"/>
              </a:solidFill>
            </a:endParaRPr>
          </a:p>
        </p:txBody>
      </p:sp>
      <p:sp>
        <p:nvSpPr>
          <p:cNvPr id="13" name="文字方塊 12">
            <a:extLst>
              <a:ext uri="{FF2B5EF4-FFF2-40B4-BE49-F238E27FC236}">
                <a16:creationId xmlns:a16="http://schemas.microsoft.com/office/drawing/2014/main" id="{85D80515-1884-4446-8AA4-F848C3B50A34}"/>
              </a:ext>
            </a:extLst>
          </p:cNvPr>
          <p:cNvSpPr txBox="1"/>
          <p:nvPr/>
        </p:nvSpPr>
        <p:spPr>
          <a:xfrm>
            <a:off x="2411302" y="813251"/>
            <a:ext cx="3980664" cy="276999"/>
          </a:xfrm>
          <a:prstGeom prst="rect">
            <a:avLst/>
          </a:prstGeom>
          <a:solidFill>
            <a:srgbClr val="FDF3DB"/>
          </a:solidFill>
        </p:spPr>
        <p:txBody>
          <a:bodyPr wrap="square" rtlCol="0">
            <a:spAutoFit/>
          </a:bodyPr>
          <a:lstStyle>
            <a:defPPr>
              <a:defRPr lang="en-US"/>
            </a:defPPr>
            <a:lvl1pPr>
              <a:defRPr sz="1200" b="0">
                <a:latin typeface="微軟正黑體" panose="020B0604030504040204" pitchFamily="34" charset="-120"/>
                <a:ea typeface="微軟正黑體" panose="020B0604030504040204" pitchFamily="34" charset="-120"/>
              </a:defRPr>
            </a:lvl1pPr>
          </a:lstStyle>
          <a:p>
            <a:r>
              <a:rPr lang="zh-TW" altLang="en-US" dirty="0"/>
              <a:t>設計有提供一版轉外框的文字 </a:t>
            </a:r>
            <a:r>
              <a:rPr lang="en-US" altLang="zh-TW" dirty="0"/>
              <a:t>&gt;&gt;</a:t>
            </a:r>
            <a:r>
              <a:rPr lang="zh-TW" altLang="en-US" dirty="0"/>
              <a:t> 檔名</a:t>
            </a:r>
            <a:r>
              <a:rPr lang="en-US" altLang="zh-TW" dirty="0" err="1"/>
              <a:t>ol</a:t>
            </a:r>
            <a:r>
              <a:rPr lang="zh-TW" altLang="en-US" dirty="0"/>
              <a:t>為有轉外框的</a:t>
            </a:r>
          </a:p>
        </p:txBody>
      </p:sp>
      <p:sp>
        <p:nvSpPr>
          <p:cNvPr id="3" name="文字方塊 2">
            <a:extLst>
              <a:ext uri="{FF2B5EF4-FFF2-40B4-BE49-F238E27FC236}">
                <a16:creationId xmlns:a16="http://schemas.microsoft.com/office/drawing/2014/main" id="{45AB423C-5385-E56E-BF5D-0C353EAE6935}"/>
              </a:ext>
            </a:extLst>
          </p:cNvPr>
          <p:cNvSpPr txBox="1"/>
          <p:nvPr/>
        </p:nvSpPr>
        <p:spPr>
          <a:xfrm>
            <a:off x="9226378" y="4893277"/>
            <a:ext cx="1454244" cy="1107996"/>
          </a:xfrm>
          <a:prstGeom prst="rect">
            <a:avLst/>
          </a:prstGeom>
          <a:solidFill>
            <a:srgbClr val="92D050"/>
          </a:solidFill>
        </p:spPr>
        <p:txBody>
          <a:bodyPr wrap="none" rtlCol="0">
            <a:spAutoFit/>
          </a:bodyPr>
          <a:lstStyle/>
          <a:p>
            <a:r>
              <a:rPr lang="en-US" altLang="zh-TW" sz="6600" dirty="0">
                <a:solidFill>
                  <a:schemeClr val="bg1"/>
                </a:solidFill>
              </a:rPr>
              <a:t>OK</a:t>
            </a:r>
            <a:endParaRPr lang="zh-TW" altLang="en-US" sz="6600" dirty="0">
              <a:solidFill>
                <a:schemeClr val="bg1"/>
              </a:solidFill>
            </a:endParaRPr>
          </a:p>
        </p:txBody>
      </p:sp>
    </p:spTree>
    <p:extLst>
      <p:ext uri="{BB962C8B-B14F-4D97-AF65-F5344CB8AC3E}">
        <p14:creationId xmlns:p14="http://schemas.microsoft.com/office/powerpoint/2010/main" val="870559942"/>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9CAB29D-AF3F-9346-B955-279AC2CD3C92}"/>
              </a:ext>
            </a:extLst>
          </p:cNvPr>
          <p:cNvSpPr>
            <a:spLocks noGrp="1"/>
          </p:cNvSpPr>
          <p:nvPr>
            <p:ph type="title"/>
          </p:nvPr>
        </p:nvSpPr>
        <p:spPr/>
        <p:txBody>
          <a:bodyPr/>
          <a:lstStyle/>
          <a:p>
            <a:r>
              <a:rPr kumimoji="1" lang="zh-TW" altLang="en-US" b="1" dirty="0"/>
              <a:t>獨家優勢</a:t>
            </a:r>
            <a:r>
              <a:rPr kumimoji="1" lang="en-US" altLang="zh-TW" sz="1800" b="1" dirty="0">
                <a:solidFill>
                  <a:schemeClr val="tx1">
                    <a:lumMod val="50000"/>
                    <a:lumOff val="50000"/>
                  </a:schemeClr>
                </a:solidFill>
              </a:rPr>
              <a:t>(1.</a:t>
            </a:r>
            <a:r>
              <a:rPr kumimoji="1" lang="zh-TW" altLang="en-US" sz="1800" b="1" dirty="0">
                <a:solidFill>
                  <a:schemeClr val="tx1">
                    <a:lumMod val="50000"/>
                    <a:lumOff val="50000"/>
                  </a:schemeClr>
                </a:solidFill>
              </a:rPr>
              <a:t>、</a:t>
            </a:r>
            <a:r>
              <a:rPr kumimoji="1" lang="en-US" altLang="zh-TW" sz="1800" b="1" dirty="0">
                <a:solidFill>
                  <a:schemeClr val="tx1">
                    <a:lumMod val="50000"/>
                    <a:lumOff val="50000"/>
                  </a:schemeClr>
                </a:solidFill>
              </a:rPr>
              <a:t>2.</a:t>
            </a:r>
            <a:r>
              <a:rPr kumimoji="1" lang="zh-TW" altLang="en-US" sz="1800" b="1" dirty="0">
                <a:solidFill>
                  <a:schemeClr val="tx1">
                    <a:lumMod val="50000"/>
                    <a:lumOff val="50000"/>
                  </a:schemeClr>
                </a:solidFill>
              </a:rPr>
              <a:t>、</a:t>
            </a:r>
            <a:r>
              <a:rPr kumimoji="1" lang="en-US" altLang="zh-TW" sz="1800" b="1" dirty="0">
                <a:solidFill>
                  <a:schemeClr val="tx1">
                    <a:lumMod val="50000"/>
                    <a:lumOff val="50000"/>
                  </a:schemeClr>
                </a:solidFill>
              </a:rPr>
              <a:t>3.</a:t>
            </a:r>
            <a:r>
              <a:rPr kumimoji="1" lang="zh-TW" altLang="en-US" sz="1800" b="1" dirty="0">
                <a:solidFill>
                  <a:schemeClr val="tx1">
                    <a:lumMod val="50000"/>
                    <a:lumOff val="50000"/>
                  </a:schemeClr>
                </a:solidFill>
              </a:rPr>
              <a:t>與原設計字體不同</a:t>
            </a:r>
            <a:r>
              <a:rPr kumimoji="1" lang="en-US" altLang="zh-TW" sz="1800" b="1" dirty="0">
                <a:solidFill>
                  <a:schemeClr val="tx1">
                    <a:lumMod val="50000"/>
                    <a:lumOff val="50000"/>
                  </a:schemeClr>
                </a:solidFill>
              </a:rPr>
              <a:t>)</a:t>
            </a:r>
            <a:endParaRPr kumimoji="1" lang="zh-TW" altLang="en-US" sz="1800" b="1" dirty="0"/>
          </a:p>
        </p:txBody>
      </p:sp>
      <p:pic>
        <p:nvPicPr>
          <p:cNvPr id="6" name="圖片 5">
            <a:extLst>
              <a:ext uri="{FF2B5EF4-FFF2-40B4-BE49-F238E27FC236}">
                <a16:creationId xmlns:a16="http://schemas.microsoft.com/office/drawing/2014/main" id="{0A02C0F0-1618-6F57-521E-3CAD0A258204}"/>
              </a:ext>
            </a:extLst>
          </p:cNvPr>
          <p:cNvPicPr>
            <a:picLocks noChangeAspect="1"/>
          </p:cNvPicPr>
          <p:nvPr/>
        </p:nvPicPr>
        <p:blipFill>
          <a:blip r:embed="rId2"/>
          <a:stretch>
            <a:fillRect/>
          </a:stretch>
        </p:blipFill>
        <p:spPr>
          <a:xfrm>
            <a:off x="0" y="912961"/>
            <a:ext cx="7982465" cy="3270416"/>
          </a:xfrm>
          <a:prstGeom prst="rect">
            <a:avLst/>
          </a:prstGeom>
        </p:spPr>
      </p:pic>
      <p:pic>
        <p:nvPicPr>
          <p:cNvPr id="4" name="圖片 3">
            <a:extLst>
              <a:ext uri="{FF2B5EF4-FFF2-40B4-BE49-F238E27FC236}">
                <a16:creationId xmlns:a16="http://schemas.microsoft.com/office/drawing/2014/main" id="{713DD359-7D1D-BB74-A70D-5652B2C7CD66}"/>
              </a:ext>
            </a:extLst>
          </p:cNvPr>
          <p:cNvPicPr>
            <a:picLocks noChangeAspect="1"/>
          </p:cNvPicPr>
          <p:nvPr/>
        </p:nvPicPr>
        <p:blipFill>
          <a:blip r:embed="rId3"/>
          <a:stretch>
            <a:fillRect/>
          </a:stretch>
        </p:blipFill>
        <p:spPr>
          <a:xfrm>
            <a:off x="5540373" y="3855308"/>
            <a:ext cx="6408739" cy="2792225"/>
          </a:xfrm>
          <a:prstGeom prst="rect">
            <a:avLst/>
          </a:prstGeom>
          <a:ln w="19050">
            <a:solidFill>
              <a:srgbClr val="FF0000"/>
            </a:solidFill>
            <a:prstDash val="dash"/>
          </a:ln>
        </p:spPr>
      </p:pic>
      <p:sp>
        <p:nvSpPr>
          <p:cNvPr id="7" name="文字方塊 6">
            <a:extLst>
              <a:ext uri="{FF2B5EF4-FFF2-40B4-BE49-F238E27FC236}">
                <a16:creationId xmlns:a16="http://schemas.microsoft.com/office/drawing/2014/main" id="{1EC7A187-CF40-CEBE-E656-67672F4D4DEF}"/>
              </a:ext>
            </a:extLst>
          </p:cNvPr>
          <p:cNvSpPr txBox="1"/>
          <p:nvPr/>
        </p:nvSpPr>
        <p:spPr>
          <a:xfrm>
            <a:off x="3171568" y="1066800"/>
            <a:ext cx="377026" cy="369332"/>
          </a:xfrm>
          <a:prstGeom prst="rect">
            <a:avLst/>
          </a:prstGeom>
          <a:noFill/>
        </p:spPr>
        <p:txBody>
          <a:bodyPr wrap="none" rtlCol="0">
            <a:spAutoFit/>
          </a:bodyPr>
          <a:lstStyle/>
          <a:p>
            <a:r>
              <a:rPr lang="en-US" altLang="zh-TW" sz="1800" dirty="0">
                <a:solidFill>
                  <a:srgbClr val="2B31F4"/>
                </a:solidFill>
              </a:rPr>
              <a:t>1.</a:t>
            </a:r>
            <a:endParaRPr lang="zh-TW" altLang="en-US" sz="1800" dirty="0">
              <a:solidFill>
                <a:srgbClr val="2B31F4"/>
              </a:solidFill>
            </a:endParaRPr>
          </a:p>
        </p:txBody>
      </p:sp>
      <p:sp>
        <p:nvSpPr>
          <p:cNvPr id="10" name="文字方塊 9">
            <a:extLst>
              <a:ext uri="{FF2B5EF4-FFF2-40B4-BE49-F238E27FC236}">
                <a16:creationId xmlns:a16="http://schemas.microsoft.com/office/drawing/2014/main" id="{1203B59D-3E9C-46F2-839B-CCF8559EE843}"/>
              </a:ext>
            </a:extLst>
          </p:cNvPr>
          <p:cNvSpPr txBox="1"/>
          <p:nvPr/>
        </p:nvSpPr>
        <p:spPr>
          <a:xfrm>
            <a:off x="2541374" y="1489082"/>
            <a:ext cx="377026" cy="369332"/>
          </a:xfrm>
          <a:prstGeom prst="rect">
            <a:avLst/>
          </a:prstGeom>
          <a:noFill/>
        </p:spPr>
        <p:txBody>
          <a:bodyPr wrap="none" rtlCol="0">
            <a:spAutoFit/>
          </a:bodyPr>
          <a:lstStyle/>
          <a:p>
            <a:r>
              <a:rPr lang="en-US" altLang="zh-TW" sz="1800" dirty="0">
                <a:solidFill>
                  <a:srgbClr val="2B31F4"/>
                </a:solidFill>
              </a:rPr>
              <a:t>2.</a:t>
            </a:r>
            <a:endParaRPr lang="zh-TW" altLang="en-US" sz="1800" dirty="0">
              <a:solidFill>
                <a:srgbClr val="2B31F4"/>
              </a:solidFill>
            </a:endParaRPr>
          </a:p>
        </p:txBody>
      </p:sp>
      <p:sp>
        <p:nvSpPr>
          <p:cNvPr id="11" name="文字方塊 10">
            <a:extLst>
              <a:ext uri="{FF2B5EF4-FFF2-40B4-BE49-F238E27FC236}">
                <a16:creationId xmlns:a16="http://schemas.microsoft.com/office/drawing/2014/main" id="{BF928F78-3323-CE7D-0F2F-B7EA7529A463}"/>
              </a:ext>
            </a:extLst>
          </p:cNvPr>
          <p:cNvSpPr txBox="1"/>
          <p:nvPr/>
        </p:nvSpPr>
        <p:spPr>
          <a:xfrm>
            <a:off x="1351006" y="3001110"/>
            <a:ext cx="377026" cy="369332"/>
          </a:xfrm>
          <a:prstGeom prst="rect">
            <a:avLst/>
          </a:prstGeom>
          <a:noFill/>
        </p:spPr>
        <p:txBody>
          <a:bodyPr wrap="none" rtlCol="0">
            <a:spAutoFit/>
          </a:bodyPr>
          <a:lstStyle/>
          <a:p>
            <a:r>
              <a:rPr lang="en-US" altLang="zh-TW" sz="1800" dirty="0">
                <a:solidFill>
                  <a:srgbClr val="2B31F4"/>
                </a:solidFill>
              </a:rPr>
              <a:t>3.</a:t>
            </a:r>
            <a:endParaRPr lang="zh-TW" altLang="en-US" sz="1800" dirty="0">
              <a:solidFill>
                <a:srgbClr val="2B31F4"/>
              </a:solidFill>
            </a:endParaRPr>
          </a:p>
        </p:txBody>
      </p:sp>
      <p:sp>
        <p:nvSpPr>
          <p:cNvPr id="12" name="矩形 11">
            <a:extLst>
              <a:ext uri="{FF2B5EF4-FFF2-40B4-BE49-F238E27FC236}">
                <a16:creationId xmlns:a16="http://schemas.microsoft.com/office/drawing/2014/main" id="{9AF651BC-8BA5-E4EA-3A69-5688EB1A5E87}"/>
              </a:ext>
            </a:extLst>
          </p:cNvPr>
          <p:cNvSpPr/>
          <p:nvPr/>
        </p:nvSpPr>
        <p:spPr bwMode="auto">
          <a:xfrm>
            <a:off x="1106960" y="3057801"/>
            <a:ext cx="5063181" cy="312641"/>
          </a:xfrm>
          <a:prstGeom prst="rect">
            <a:avLst/>
          </a:prstGeom>
          <a:noFill/>
          <a:ln w="28575" cap="flat" cmpd="sng" algn="ctr">
            <a:solidFill>
              <a:srgbClr val="2B31F4"/>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a:ln>
                <a:noFill/>
              </a:ln>
              <a:solidFill>
                <a:schemeClr val="tx1"/>
              </a:solidFill>
              <a:effectLst/>
              <a:latin typeface="Arial" charset="0"/>
              <a:ea typeface="华文楷体" pitchFamily="2" charset="-122"/>
            </a:endParaRPr>
          </a:p>
        </p:txBody>
      </p:sp>
      <p:sp>
        <p:nvSpPr>
          <p:cNvPr id="13" name="矩形 12">
            <a:extLst>
              <a:ext uri="{FF2B5EF4-FFF2-40B4-BE49-F238E27FC236}">
                <a16:creationId xmlns:a16="http://schemas.microsoft.com/office/drawing/2014/main" id="{D070A51C-CC1B-C993-55F4-95B656249418}"/>
              </a:ext>
            </a:extLst>
          </p:cNvPr>
          <p:cNvSpPr/>
          <p:nvPr/>
        </p:nvSpPr>
        <p:spPr bwMode="auto">
          <a:xfrm>
            <a:off x="2371018" y="1513864"/>
            <a:ext cx="2744680" cy="312641"/>
          </a:xfrm>
          <a:prstGeom prst="rect">
            <a:avLst/>
          </a:prstGeom>
          <a:noFill/>
          <a:ln w="28575" cap="flat" cmpd="sng" algn="ctr">
            <a:solidFill>
              <a:srgbClr val="2B31F4"/>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a:ln>
                <a:noFill/>
              </a:ln>
              <a:solidFill>
                <a:schemeClr val="tx1"/>
              </a:solidFill>
              <a:effectLst/>
              <a:latin typeface="Arial" charset="0"/>
              <a:ea typeface="华文楷体" pitchFamily="2" charset="-122"/>
            </a:endParaRPr>
          </a:p>
        </p:txBody>
      </p:sp>
      <p:sp>
        <p:nvSpPr>
          <p:cNvPr id="15" name="矩形 14">
            <a:extLst>
              <a:ext uri="{FF2B5EF4-FFF2-40B4-BE49-F238E27FC236}">
                <a16:creationId xmlns:a16="http://schemas.microsoft.com/office/drawing/2014/main" id="{C22505E7-5D05-F992-7BAE-D7C458F7C152}"/>
              </a:ext>
            </a:extLst>
          </p:cNvPr>
          <p:cNvSpPr/>
          <p:nvPr/>
        </p:nvSpPr>
        <p:spPr bwMode="auto">
          <a:xfrm>
            <a:off x="2371018" y="1148095"/>
            <a:ext cx="2744680" cy="312641"/>
          </a:xfrm>
          <a:prstGeom prst="rect">
            <a:avLst/>
          </a:prstGeom>
          <a:noFill/>
          <a:ln w="28575" cap="flat" cmpd="sng" algn="ctr">
            <a:solidFill>
              <a:srgbClr val="2B31F4"/>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a:ln>
                <a:noFill/>
              </a:ln>
              <a:solidFill>
                <a:schemeClr val="tx1"/>
              </a:solidFill>
              <a:effectLst/>
              <a:latin typeface="Arial" charset="0"/>
              <a:ea typeface="华文楷体" pitchFamily="2" charset="-122"/>
            </a:endParaRPr>
          </a:p>
        </p:txBody>
      </p:sp>
      <p:sp>
        <p:nvSpPr>
          <p:cNvPr id="3" name="文字方塊 2">
            <a:extLst>
              <a:ext uri="{FF2B5EF4-FFF2-40B4-BE49-F238E27FC236}">
                <a16:creationId xmlns:a16="http://schemas.microsoft.com/office/drawing/2014/main" id="{3F8902FA-A2B9-88FC-CFD4-5316DFC79161}"/>
              </a:ext>
            </a:extLst>
          </p:cNvPr>
          <p:cNvSpPr txBox="1"/>
          <p:nvPr/>
        </p:nvSpPr>
        <p:spPr>
          <a:xfrm>
            <a:off x="8928315" y="2077780"/>
            <a:ext cx="1454244" cy="1107996"/>
          </a:xfrm>
          <a:prstGeom prst="rect">
            <a:avLst/>
          </a:prstGeom>
          <a:solidFill>
            <a:srgbClr val="92D050"/>
          </a:solidFill>
        </p:spPr>
        <p:txBody>
          <a:bodyPr wrap="none" rtlCol="0">
            <a:spAutoFit/>
          </a:bodyPr>
          <a:lstStyle/>
          <a:p>
            <a:r>
              <a:rPr lang="en-US" altLang="zh-TW" sz="6600" dirty="0">
                <a:solidFill>
                  <a:schemeClr val="bg1"/>
                </a:solidFill>
              </a:rPr>
              <a:t>OK</a:t>
            </a:r>
            <a:endParaRPr lang="zh-TW" altLang="en-US" sz="6600" dirty="0">
              <a:solidFill>
                <a:schemeClr val="bg1"/>
              </a:solidFill>
            </a:endParaRPr>
          </a:p>
        </p:txBody>
      </p:sp>
    </p:spTree>
    <p:extLst>
      <p:ext uri="{BB962C8B-B14F-4D97-AF65-F5344CB8AC3E}">
        <p14:creationId xmlns:p14="http://schemas.microsoft.com/office/powerpoint/2010/main" val="1064026704"/>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9CAB29D-AF3F-9346-B955-279AC2CD3C92}"/>
              </a:ext>
            </a:extLst>
          </p:cNvPr>
          <p:cNvSpPr>
            <a:spLocks noGrp="1"/>
          </p:cNvSpPr>
          <p:nvPr>
            <p:ph type="title"/>
          </p:nvPr>
        </p:nvSpPr>
        <p:spPr/>
        <p:txBody>
          <a:bodyPr/>
          <a:lstStyle/>
          <a:p>
            <a:r>
              <a:rPr kumimoji="1" lang="zh-TW" altLang="en-US" b="1" dirty="0"/>
              <a:t>獨家優勢</a:t>
            </a:r>
            <a:r>
              <a:rPr kumimoji="1" lang="en-US" altLang="zh-TW" sz="1800" b="1" dirty="0">
                <a:solidFill>
                  <a:schemeClr val="tx1">
                    <a:lumMod val="50000"/>
                    <a:lumOff val="50000"/>
                  </a:schemeClr>
                </a:solidFill>
              </a:rPr>
              <a:t>(</a:t>
            </a:r>
            <a:r>
              <a:rPr kumimoji="1" lang="zh-TW" altLang="en-US" sz="1800" b="1" dirty="0">
                <a:solidFill>
                  <a:schemeClr val="tx1">
                    <a:lumMod val="50000"/>
                    <a:lumOff val="50000"/>
                  </a:schemeClr>
                </a:solidFill>
              </a:rPr>
              <a:t>去除</a:t>
            </a:r>
            <a:r>
              <a:rPr kumimoji="1" lang="en-US" altLang="zh-TW" sz="1800" b="1" dirty="0">
                <a:solidFill>
                  <a:schemeClr val="tx1">
                    <a:lumMod val="50000"/>
                    <a:lumOff val="50000"/>
                  </a:schemeClr>
                </a:solidFill>
              </a:rPr>
              <a:t>1.</a:t>
            </a:r>
            <a:r>
              <a:rPr kumimoji="1" lang="zh-TW" altLang="en-US" sz="1800" b="1" dirty="0">
                <a:solidFill>
                  <a:schemeClr val="tx1">
                    <a:lumMod val="50000"/>
                    <a:lumOff val="50000"/>
                  </a:schemeClr>
                </a:solidFill>
              </a:rPr>
              <a:t>、</a:t>
            </a:r>
            <a:r>
              <a:rPr kumimoji="1" lang="en-US" altLang="zh-TW" sz="1800" b="1" dirty="0">
                <a:solidFill>
                  <a:schemeClr val="tx1">
                    <a:lumMod val="50000"/>
                    <a:lumOff val="50000"/>
                  </a:schemeClr>
                </a:solidFill>
              </a:rPr>
              <a:t>2.</a:t>
            </a:r>
            <a:r>
              <a:rPr kumimoji="1" lang="zh-TW" altLang="en-US" sz="1800" b="1" dirty="0">
                <a:solidFill>
                  <a:schemeClr val="tx1">
                    <a:lumMod val="50000"/>
                    <a:lumOff val="50000"/>
                  </a:schemeClr>
                </a:solidFill>
              </a:rPr>
              <a:t>句點</a:t>
            </a:r>
            <a:r>
              <a:rPr kumimoji="1" lang="en-US" altLang="zh-TW" sz="1800" b="1" dirty="0">
                <a:solidFill>
                  <a:schemeClr val="tx1">
                    <a:lumMod val="50000"/>
                    <a:lumOff val="50000"/>
                  </a:schemeClr>
                </a:solidFill>
              </a:rPr>
              <a:t>)</a:t>
            </a:r>
            <a:endParaRPr kumimoji="1" lang="zh-TW" altLang="en-US" sz="1800" b="1" dirty="0"/>
          </a:p>
        </p:txBody>
      </p:sp>
      <p:pic>
        <p:nvPicPr>
          <p:cNvPr id="6" name="圖片 5">
            <a:extLst>
              <a:ext uri="{FF2B5EF4-FFF2-40B4-BE49-F238E27FC236}">
                <a16:creationId xmlns:a16="http://schemas.microsoft.com/office/drawing/2014/main" id="{0A02C0F0-1618-6F57-521E-3CAD0A258204}"/>
              </a:ext>
            </a:extLst>
          </p:cNvPr>
          <p:cNvPicPr>
            <a:picLocks noChangeAspect="1"/>
          </p:cNvPicPr>
          <p:nvPr/>
        </p:nvPicPr>
        <p:blipFill>
          <a:blip r:embed="rId2"/>
          <a:stretch>
            <a:fillRect/>
          </a:stretch>
        </p:blipFill>
        <p:spPr>
          <a:xfrm>
            <a:off x="0" y="912960"/>
            <a:ext cx="11860358" cy="4859189"/>
          </a:xfrm>
          <a:prstGeom prst="rect">
            <a:avLst/>
          </a:prstGeom>
          <a:noFill/>
          <a:ln w="28575" cap="flat" cmpd="sng" algn="ctr">
            <a:noFill/>
            <a:prstDash val="solid"/>
            <a:round/>
            <a:headEnd type="none" w="med" len="med"/>
            <a:tailEnd type="none" w="med" len="med"/>
          </a:ln>
          <a:effectLst/>
        </p:spPr>
      </p:pic>
      <p:sp>
        <p:nvSpPr>
          <p:cNvPr id="11" name="文字方塊 10">
            <a:extLst>
              <a:ext uri="{FF2B5EF4-FFF2-40B4-BE49-F238E27FC236}">
                <a16:creationId xmlns:a16="http://schemas.microsoft.com/office/drawing/2014/main" id="{BF928F78-3323-CE7D-0F2F-B7EA7529A463}"/>
              </a:ext>
            </a:extLst>
          </p:cNvPr>
          <p:cNvSpPr txBox="1"/>
          <p:nvPr/>
        </p:nvSpPr>
        <p:spPr>
          <a:xfrm>
            <a:off x="3189331" y="5039460"/>
            <a:ext cx="377026" cy="369332"/>
          </a:xfrm>
          <a:prstGeom prst="rect">
            <a:avLst/>
          </a:prstGeom>
          <a:noFill/>
          <a:ln w="28575">
            <a:solidFill>
              <a:srgbClr val="2B31F4"/>
            </a:solidFill>
          </a:ln>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ltLang="zh-TW" sz="1800" dirty="0">
                <a:solidFill>
                  <a:srgbClr val="2B31F4"/>
                </a:solidFill>
              </a:rPr>
              <a:t>1</a:t>
            </a:r>
            <a:r>
              <a:rPr kumimoji="0" lang="en-US" altLang="zh-TW" sz="1800" b="1" i="0" u="none" strike="noStrike" kern="1200" cap="none" spc="0" normalizeH="0" baseline="0" noProof="0" dirty="0">
                <a:ln>
                  <a:noFill/>
                </a:ln>
                <a:solidFill>
                  <a:srgbClr val="2B31F4"/>
                </a:solidFill>
                <a:effectLst/>
                <a:uLnTx/>
                <a:uFillTx/>
                <a:latin typeface="Arial" charset="0"/>
                <a:ea typeface="华文楷体" pitchFamily="2" charset="-122"/>
                <a:cs typeface="+mn-cs"/>
              </a:rPr>
              <a:t>.</a:t>
            </a:r>
            <a:endParaRPr kumimoji="0" lang="zh-TW" altLang="en-US" sz="1800" b="1" i="0" u="none" strike="noStrike" kern="1200" cap="none" spc="0" normalizeH="0" baseline="0" noProof="0" dirty="0">
              <a:ln>
                <a:noFill/>
              </a:ln>
              <a:solidFill>
                <a:srgbClr val="2B31F4"/>
              </a:solidFill>
              <a:effectLst/>
              <a:uLnTx/>
              <a:uFillTx/>
              <a:latin typeface="Arial" charset="0"/>
              <a:ea typeface="华文楷体" pitchFamily="2" charset="-122"/>
              <a:cs typeface="+mn-cs"/>
            </a:endParaRPr>
          </a:p>
        </p:txBody>
      </p:sp>
      <p:sp>
        <p:nvSpPr>
          <p:cNvPr id="5" name="矩形 4">
            <a:extLst>
              <a:ext uri="{FF2B5EF4-FFF2-40B4-BE49-F238E27FC236}">
                <a16:creationId xmlns:a16="http://schemas.microsoft.com/office/drawing/2014/main" id="{64198EAC-9D25-244E-13F6-9D8F91B8DBE8}"/>
              </a:ext>
            </a:extLst>
          </p:cNvPr>
          <p:cNvSpPr/>
          <p:nvPr/>
        </p:nvSpPr>
        <p:spPr bwMode="auto">
          <a:xfrm>
            <a:off x="3189331" y="5039460"/>
            <a:ext cx="377026" cy="369332"/>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a:ln>
                <a:noFill/>
              </a:ln>
              <a:solidFill>
                <a:schemeClr val="tx1"/>
              </a:solidFill>
              <a:effectLst/>
              <a:latin typeface="Arial" charset="0"/>
              <a:ea typeface="华文楷体" pitchFamily="2" charset="-122"/>
            </a:endParaRPr>
          </a:p>
        </p:txBody>
      </p:sp>
      <p:sp>
        <p:nvSpPr>
          <p:cNvPr id="8" name="文字方塊 7">
            <a:extLst>
              <a:ext uri="{FF2B5EF4-FFF2-40B4-BE49-F238E27FC236}">
                <a16:creationId xmlns:a16="http://schemas.microsoft.com/office/drawing/2014/main" id="{1949B070-EBC0-B769-6F79-13D431642A67}"/>
              </a:ext>
            </a:extLst>
          </p:cNvPr>
          <p:cNvSpPr txBox="1"/>
          <p:nvPr/>
        </p:nvSpPr>
        <p:spPr>
          <a:xfrm>
            <a:off x="6456406" y="5039460"/>
            <a:ext cx="377026" cy="369332"/>
          </a:xfrm>
          <a:prstGeom prst="rect">
            <a:avLst/>
          </a:prstGeom>
          <a:noFill/>
          <a:ln w="28575">
            <a:solidFill>
              <a:srgbClr val="2B31F4"/>
            </a:solidFill>
          </a:ln>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800" b="1" i="0" u="none" strike="noStrike" kern="1200" cap="none" spc="0" normalizeH="0" baseline="0" noProof="0" dirty="0">
                <a:ln>
                  <a:noFill/>
                </a:ln>
                <a:solidFill>
                  <a:srgbClr val="2B31F4"/>
                </a:solidFill>
                <a:effectLst/>
                <a:uLnTx/>
                <a:uFillTx/>
                <a:latin typeface="Arial" charset="0"/>
                <a:ea typeface="华文楷体" pitchFamily="2" charset="-122"/>
                <a:cs typeface="+mn-cs"/>
              </a:rPr>
              <a:t>2.</a:t>
            </a:r>
            <a:endParaRPr kumimoji="0" lang="zh-TW" altLang="en-US" sz="1800" b="1" i="0" u="none" strike="noStrike" kern="1200" cap="none" spc="0" normalizeH="0" baseline="0" noProof="0" dirty="0">
              <a:ln>
                <a:noFill/>
              </a:ln>
              <a:solidFill>
                <a:srgbClr val="2B31F4"/>
              </a:solidFill>
              <a:effectLst/>
              <a:uLnTx/>
              <a:uFillTx/>
              <a:latin typeface="Arial" charset="0"/>
              <a:ea typeface="华文楷体" pitchFamily="2" charset="-122"/>
              <a:cs typeface="+mn-cs"/>
            </a:endParaRPr>
          </a:p>
        </p:txBody>
      </p:sp>
      <p:sp>
        <p:nvSpPr>
          <p:cNvPr id="9" name="矩形 8">
            <a:extLst>
              <a:ext uri="{FF2B5EF4-FFF2-40B4-BE49-F238E27FC236}">
                <a16:creationId xmlns:a16="http://schemas.microsoft.com/office/drawing/2014/main" id="{97E93123-3290-CDEE-AE84-3BF8523B4652}"/>
              </a:ext>
            </a:extLst>
          </p:cNvPr>
          <p:cNvSpPr/>
          <p:nvPr/>
        </p:nvSpPr>
        <p:spPr bwMode="auto">
          <a:xfrm>
            <a:off x="6456406" y="5039460"/>
            <a:ext cx="377026" cy="369332"/>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a:ln>
                <a:noFill/>
              </a:ln>
              <a:solidFill>
                <a:schemeClr val="tx1"/>
              </a:solidFill>
              <a:effectLst/>
              <a:latin typeface="Arial" charset="0"/>
              <a:ea typeface="华文楷体" pitchFamily="2" charset="-122"/>
            </a:endParaRPr>
          </a:p>
        </p:txBody>
      </p:sp>
      <p:sp>
        <p:nvSpPr>
          <p:cNvPr id="3" name="文字方塊 2">
            <a:extLst>
              <a:ext uri="{FF2B5EF4-FFF2-40B4-BE49-F238E27FC236}">
                <a16:creationId xmlns:a16="http://schemas.microsoft.com/office/drawing/2014/main" id="{CB04DA20-64B3-3363-F7D5-AF08664C8046}"/>
              </a:ext>
            </a:extLst>
          </p:cNvPr>
          <p:cNvSpPr txBox="1"/>
          <p:nvPr/>
        </p:nvSpPr>
        <p:spPr>
          <a:xfrm>
            <a:off x="9226378" y="4893277"/>
            <a:ext cx="1454244" cy="1107996"/>
          </a:xfrm>
          <a:prstGeom prst="rect">
            <a:avLst/>
          </a:prstGeom>
          <a:solidFill>
            <a:srgbClr val="92D050"/>
          </a:solidFill>
        </p:spPr>
        <p:txBody>
          <a:bodyPr wrap="none" rtlCol="0">
            <a:spAutoFit/>
          </a:bodyPr>
          <a:lstStyle/>
          <a:p>
            <a:r>
              <a:rPr lang="en-US" altLang="zh-TW" sz="6600" dirty="0">
                <a:solidFill>
                  <a:schemeClr val="bg1"/>
                </a:solidFill>
              </a:rPr>
              <a:t>OK</a:t>
            </a:r>
            <a:endParaRPr lang="zh-TW" altLang="en-US" sz="6600" dirty="0">
              <a:solidFill>
                <a:schemeClr val="bg1"/>
              </a:solidFill>
            </a:endParaRPr>
          </a:p>
        </p:txBody>
      </p:sp>
    </p:spTree>
    <p:extLst>
      <p:ext uri="{BB962C8B-B14F-4D97-AF65-F5344CB8AC3E}">
        <p14:creationId xmlns:p14="http://schemas.microsoft.com/office/powerpoint/2010/main" val="1277322444"/>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9CAB29D-AF3F-9346-B955-279AC2CD3C92}"/>
              </a:ext>
            </a:extLst>
          </p:cNvPr>
          <p:cNvSpPr>
            <a:spLocks noGrp="1"/>
          </p:cNvSpPr>
          <p:nvPr>
            <p:ph type="title"/>
          </p:nvPr>
        </p:nvSpPr>
        <p:spPr/>
        <p:txBody>
          <a:bodyPr/>
          <a:lstStyle/>
          <a:p>
            <a:r>
              <a:rPr kumimoji="1" lang="zh-CN" altLang="en-US" b="1" dirty="0"/>
              <a:t>快速啟用</a:t>
            </a:r>
            <a:r>
              <a:rPr kumimoji="1" lang="en-US" altLang="zh-TW" sz="1800" b="1" dirty="0">
                <a:solidFill>
                  <a:schemeClr val="tx1">
                    <a:lumMod val="50000"/>
                    <a:lumOff val="50000"/>
                  </a:schemeClr>
                </a:solidFill>
              </a:rPr>
              <a:t>(1.</a:t>
            </a:r>
            <a:r>
              <a:rPr kumimoji="1" lang="zh-TW" altLang="en-US" sz="1800" b="1" dirty="0">
                <a:solidFill>
                  <a:schemeClr val="tx1">
                    <a:lumMod val="50000"/>
                    <a:lumOff val="50000"/>
                  </a:schemeClr>
                </a:solidFill>
              </a:rPr>
              <a:t>、</a:t>
            </a:r>
            <a:r>
              <a:rPr kumimoji="1" lang="en-US" altLang="zh-TW" sz="1800" b="1" dirty="0">
                <a:solidFill>
                  <a:schemeClr val="tx1">
                    <a:lumMod val="50000"/>
                    <a:lumOff val="50000"/>
                  </a:schemeClr>
                </a:solidFill>
              </a:rPr>
              <a:t>2.</a:t>
            </a:r>
            <a:r>
              <a:rPr kumimoji="1" lang="zh-TW" altLang="en-US" sz="1800" b="1" dirty="0">
                <a:solidFill>
                  <a:schemeClr val="tx1">
                    <a:lumMod val="50000"/>
                    <a:lumOff val="50000"/>
                  </a:schemeClr>
                </a:solidFill>
              </a:rPr>
              <a:t>、</a:t>
            </a:r>
            <a:r>
              <a:rPr kumimoji="1" lang="en-US" altLang="zh-TW" sz="1800" b="1" dirty="0">
                <a:solidFill>
                  <a:schemeClr val="tx1">
                    <a:lumMod val="50000"/>
                    <a:lumOff val="50000"/>
                  </a:schemeClr>
                </a:solidFill>
              </a:rPr>
              <a:t>3.</a:t>
            </a:r>
            <a:r>
              <a:rPr kumimoji="1" lang="zh-TW" altLang="en-US" sz="1800" b="1" dirty="0">
                <a:solidFill>
                  <a:schemeClr val="tx1">
                    <a:lumMod val="50000"/>
                    <a:lumOff val="50000"/>
                  </a:schemeClr>
                </a:solidFill>
              </a:rPr>
              <a:t>、</a:t>
            </a:r>
            <a:r>
              <a:rPr kumimoji="1" lang="en-US" altLang="zh-TW" sz="1800" b="1" dirty="0">
                <a:solidFill>
                  <a:schemeClr val="tx1">
                    <a:lumMod val="50000"/>
                    <a:lumOff val="50000"/>
                  </a:schemeClr>
                </a:solidFill>
              </a:rPr>
              <a:t>4.</a:t>
            </a:r>
            <a:r>
              <a:rPr kumimoji="1" lang="zh-TW" altLang="en-US" sz="1800" b="1" dirty="0">
                <a:solidFill>
                  <a:schemeClr val="tx1">
                    <a:lumMod val="50000"/>
                    <a:lumOff val="50000"/>
                  </a:schemeClr>
                </a:solidFill>
              </a:rPr>
              <a:t>與原設計字體不同</a:t>
            </a:r>
            <a:r>
              <a:rPr kumimoji="1" lang="en-US" altLang="zh-TW" sz="1800" b="1" dirty="0">
                <a:solidFill>
                  <a:schemeClr val="tx1">
                    <a:lumMod val="50000"/>
                    <a:lumOff val="50000"/>
                  </a:schemeClr>
                </a:solidFill>
              </a:rPr>
              <a:t>)</a:t>
            </a:r>
            <a:endParaRPr kumimoji="1" lang="zh-TW" altLang="en-US" sz="1800" b="1" dirty="0"/>
          </a:p>
        </p:txBody>
      </p:sp>
      <p:pic>
        <p:nvPicPr>
          <p:cNvPr id="10" name="圖片 9">
            <a:extLst>
              <a:ext uri="{FF2B5EF4-FFF2-40B4-BE49-F238E27FC236}">
                <a16:creationId xmlns:a16="http://schemas.microsoft.com/office/drawing/2014/main" id="{3DCC433F-A36D-DAF2-016F-AA9699A8BD64}"/>
              </a:ext>
            </a:extLst>
          </p:cNvPr>
          <p:cNvPicPr>
            <a:picLocks noChangeAspect="1"/>
          </p:cNvPicPr>
          <p:nvPr/>
        </p:nvPicPr>
        <p:blipFill>
          <a:blip r:embed="rId2"/>
          <a:stretch>
            <a:fillRect/>
          </a:stretch>
        </p:blipFill>
        <p:spPr>
          <a:xfrm>
            <a:off x="457200" y="1141376"/>
            <a:ext cx="9805988" cy="5168196"/>
          </a:xfrm>
          <a:prstGeom prst="rect">
            <a:avLst/>
          </a:prstGeom>
        </p:spPr>
      </p:pic>
      <p:sp>
        <p:nvSpPr>
          <p:cNvPr id="11" name="矩形 10">
            <a:extLst>
              <a:ext uri="{FF2B5EF4-FFF2-40B4-BE49-F238E27FC236}">
                <a16:creationId xmlns:a16="http://schemas.microsoft.com/office/drawing/2014/main" id="{915C14A5-C3F8-CA9F-6EAC-1AFA1A7FBE4E}"/>
              </a:ext>
            </a:extLst>
          </p:cNvPr>
          <p:cNvSpPr/>
          <p:nvPr/>
        </p:nvSpPr>
        <p:spPr bwMode="auto">
          <a:xfrm>
            <a:off x="3343276" y="1980589"/>
            <a:ext cx="4162424" cy="312641"/>
          </a:xfrm>
          <a:prstGeom prst="rect">
            <a:avLst/>
          </a:prstGeom>
          <a:noFill/>
          <a:ln w="28575" cap="flat" cmpd="sng" algn="ctr">
            <a:solidFill>
              <a:srgbClr val="2B31F4"/>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a:ln>
                <a:noFill/>
              </a:ln>
              <a:solidFill>
                <a:schemeClr val="tx1"/>
              </a:solidFill>
              <a:effectLst/>
              <a:latin typeface="Arial" charset="0"/>
              <a:ea typeface="华文楷体" pitchFamily="2" charset="-122"/>
            </a:endParaRPr>
          </a:p>
        </p:txBody>
      </p:sp>
      <p:sp>
        <p:nvSpPr>
          <p:cNvPr id="13" name="矩形 12">
            <a:extLst>
              <a:ext uri="{FF2B5EF4-FFF2-40B4-BE49-F238E27FC236}">
                <a16:creationId xmlns:a16="http://schemas.microsoft.com/office/drawing/2014/main" id="{25D22573-C422-5E95-51BD-4B4C7A6F7D6C}"/>
              </a:ext>
            </a:extLst>
          </p:cNvPr>
          <p:cNvSpPr/>
          <p:nvPr/>
        </p:nvSpPr>
        <p:spPr bwMode="auto">
          <a:xfrm>
            <a:off x="3343275" y="1453390"/>
            <a:ext cx="4161895" cy="312641"/>
          </a:xfrm>
          <a:prstGeom prst="rect">
            <a:avLst/>
          </a:prstGeom>
          <a:noFill/>
          <a:ln w="28575" cap="flat" cmpd="sng" algn="ctr">
            <a:solidFill>
              <a:srgbClr val="2B31F4"/>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a:ln>
                <a:noFill/>
              </a:ln>
              <a:solidFill>
                <a:schemeClr val="tx1"/>
              </a:solidFill>
              <a:effectLst/>
              <a:latin typeface="Arial" charset="0"/>
              <a:ea typeface="华文楷体" pitchFamily="2" charset="-122"/>
            </a:endParaRPr>
          </a:p>
        </p:txBody>
      </p:sp>
      <p:sp>
        <p:nvSpPr>
          <p:cNvPr id="14" name="矩形 13">
            <a:extLst>
              <a:ext uri="{FF2B5EF4-FFF2-40B4-BE49-F238E27FC236}">
                <a16:creationId xmlns:a16="http://schemas.microsoft.com/office/drawing/2014/main" id="{C25C5AB2-281C-A117-1F00-9634D73E7D73}"/>
              </a:ext>
            </a:extLst>
          </p:cNvPr>
          <p:cNvSpPr/>
          <p:nvPr/>
        </p:nvSpPr>
        <p:spPr bwMode="auto">
          <a:xfrm>
            <a:off x="3343275" y="2466027"/>
            <a:ext cx="4162425" cy="312641"/>
          </a:xfrm>
          <a:prstGeom prst="rect">
            <a:avLst/>
          </a:prstGeom>
          <a:noFill/>
          <a:ln w="28575" cap="flat" cmpd="sng" algn="ctr">
            <a:solidFill>
              <a:srgbClr val="2B31F4"/>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a:ln>
                <a:noFill/>
              </a:ln>
              <a:solidFill>
                <a:schemeClr val="tx1"/>
              </a:solidFill>
              <a:effectLst/>
              <a:latin typeface="Arial" charset="0"/>
              <a:ea typeface="华文楷体" pitchFamily="2" charset="-122"/>
            </a:endParaRPr>
          </a:p>
        </p:txBody>
      </p:sp>
      <p:sp>
        <p:nvSpPr>
          <p:cNvPr id="15" name="文字方塊 14">
            <a:extLst>
              <a:ext uri="{FF2B5EF4-FFF2-40B4-BE49-F238E27FC236}">
                <a16:creationId xmlns:a16="http://schemas.microsoft.com/office/drawing/2014/main" id="{68FC4999-2A15-EDAA-CB2E-D3A18C4831FC}"/>
              </a:ext>
            </a:extLst>
          </p:cNvPr>
          <p:cNvSpPr txBox="1"/>
          <p:nvPr/>
        </p:nvSpPr>
        <p:spPr>
          <a:xfrm>
            <a:off x="3409693" y="1425274"/>
            <a:ext cx="377026" cy="369332"/>
          </a:xfrm>
          <a:prstGeom prst="rect">
            <a:avLst/>
          </a:prstGeom>
          <a:noFill/>
        </p:spPr>
        <p:txBody>
          <a:bodyPr wrap="none" rtlCol="0">
            <a:spAutoFit/>
          </a:bodyPr>
          <a:lstStyle/>
          <a:p>
            <a:r>
              <a:rPr lang="en-US" altLang="zh-TW" sz="1800" dirty="0">
                <a:solidFill>
                  <a:srgbClr val="2B31F4"/>
                </a:solidFill>
              </a:rPr>
              <a:t>1.</a:t>
            </a:r>
            <a:endParaRPr lang="zh-TW" altLang="en-US" sz="1800" dirty="0">
              <a:solidFill>
                <a:srgbClr val="2B31F4"/>
              </a:solidFill>
            </a:endParaRPr>
          </a:p>
        </p:txBody>
      </p:sp>
      <p:sp>
        <p:nvSpPr>
          <p:cNvPr id="16" name="文字方塊 15">
            <a:extLst>
              <a:ext uri="{FF2B5EF4-FFF2-40B4-BE49-F238E27FC236}">
                <a16:creationId xmlns:a16="http://schemas.microsoft.com/office/drawing/2014/main" id="{8CF06EBD-9DA4-3B20-91AB-584AE7CEFF86}"/>
              </a:ext>
            </a:extLst>
          </p:cNvPr>
          <p:cNvSpPr txBox="1"/>
          <p:nvPr/>
        </p:nvSpPr>
        <p:spPr>
          <a:xfrm>
            <a:off x="3418341" y="1961539"/>
            <a:ext cx="377026" cy="369332"/>
          </a:xfrm>
          <a:prstGeom prst="rect">
            <a:avLst/>
          </a:prstGeom>
          <a:noFill/>
        </p:spPr>
        <p:txBody>
          <a:bodyPr wrap="none" rtlCol="0">
            <a:spAutoFit/>
          </a:bodyPr>
          <a:lstStyle/>
          <a:p>
            <a:r>
              <a:rPr lang="en-US" altLang="zh-TW" sz="1800" dirty="0">
                <a:solidFill>
                  <a:srgbClr val="2B31F4"/>
                </a:solidFill>
              </a:rPr>
              <a:t>2.</a:t>
            </a:r>
            <a:endParaRPr lang="zh-TW" altLang="en-US" sz="1800" dirty="0">
              <a:solidFill>
                <a:srgbClr val="2B31F4"/>
              </a:solidFill>
            </a:endParaRPr>
          </a:p>
        </p:txBody>
      </p:sp>
      <p:sp>
        <p:nvSpPr>
          <p:cNvPr id="19" name="文字方塊 18">
            <a:extLst>
              <a:ext uri="{FF2B5EF4-FFF2-40B4-BE49-F238E27FC236}">
                <a16:creationId xmlns:a16="http://schemas.microsoft.com/office/drawing/2014/main" id="{D81C39D9-18D6-D111-B180-7DF746CBD9C3}"/>
              </a:ext>
            </a:extLst>
          </p:cNvPr>
          <p:cNvSpPr txBox="1"/>
          <p:nvPr/>
        </p:nvSpPr>
        <p:spPr>
          <a:xfrm>
            <a:off x="3409693" y="2449153"/>
            <a:ext cx="377026" cy="369332"/>
          </a:xfrm>
          <a:prstGeom prst="rect">
            <a:avLst/>
          </a:prstGeom>
          <a:noFill/>
        </p:spPr>
        <p:txBody>
          <a:bodyPr wrap="none" rtlCol="0">
            <a:spAutoFit/>
          </a:bodyPr>
          <a:lstStyle/>
          <a:p>
            <a:r>
              <a:rPr lang="en-US" altLang="zh-TW" sz="1800" dirty="0">
                <a:solidFill>
                  <a:srgbClr val="2B31F4"/>
                </a:solidFill>
              </a:rPr>
              <a:t>3.</a:t>
            </a:r>
            <a:endParaRPr lang="zh-TW" altLang="en-US" sz="1800" dirty="0">
              <a:solidFill>
                <a:srgbClr val="2B31F4"/>
              </a:solidFill>
            </a:endParaRPr>
          </a:p>
        </p:txBody>
      </p:sp>
      <p:pic>
        <p:nvPicPr>
          <p:cNvPr id="21" name="圖片 20">
            <a:extLst>
              <a:ext uri="{FF2B5EF4-FFF2-40B4-BE49-F238E27FC236}">
                <a16:creationId xmlns:a16="http://schemas.microsoft.com/office/drawing/2014/main" id="{5755C6A5-5466-DE80-42AE-C56F4625051B}"/>
              </a:ext>
            </a:extLst>
          </p:cNvPr>
          <p:cNvPicPr>
            <a:picLocks noChangeAspect="1"/>
          </p:cNvPicPr>
          <p:nvPr/>
        </p:nvPicPr>
        <p:blipFill>
          <a:blip r:embed="rId3"/>
          <a:stretch>
            <a:fillRect/>
          </a:stretch>
        </p:blipFill>
        <p:spPr>
          <a:xfrm>
            <a:off x="7389332" y="3745462"/>
            <a:ext cx="4559781" cy="2778668"/>
          </a:xfrm>
          <a:prstGeom prst="rect">
            <a:avLst/>
          </a:prstGeom>
          <a:ln w="19050">
            <a:solidFill>
              <a:srgbClr val="FF0000"/>
            </a:solidFill>
            <a:prstDash val="dash"/>
          </a:ln>
        </p:spPr>
      </p:pic>
      <p:sp>
        <p:nvSpPr>
          <p:cNvPr id="22" name="矩形 21">
            <a:extLst>
              <a:ext uri="{FF2B5EF4-FFF2-40B4-BE49-F238E27FC236}">
                <a16:creationId xmlns:a16="http://schemas.microsoft.com/office/drawing/2014/main" id="{A72E0344-E17B-7AFA-78D7-9D879E159DD2}"/>
              </a:ext>
            </a:extLst>
          </p:cNvPr>
          <p:cNvSpPr/>
          <p:nvPr/>
        </p:nvSpPr>
        <p:spPr bwMode="auto">
          <a:xfrm>
            <a:off x="3343275" y="5580099"/>
            <a:ext cx="3914775" cy="312641"/>
          </a:xfrm>
          <a:prstGeom prst="rect">
            <a:avLst/>
          </a:prstGeom>
          <a:noFill/>
          <a:ln w="28575" cap="flat" cmpd="sng" algn="ctr">
            <a:solidFill>
              <a:srgbClr val="2B31F4"/>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a:ln>
                <a:noFill/>
              </a:ln>
              <a:solidFill>
                <a:schemeClr val="tx1"/>
              </a:solidFill>
              <a:effectLst/>
              <a:latin typeface="Arial" charset="0"/>
              <a:ea typeface="华文楷体" pitchFamily="2" charset="-122"/>
            </a:endParaRPr>
          </a:p>
        </p:txBody>
      </p:sp>
      <p:sp>
        <p:nvSpPr>
          <p:cNvPr id="23" name="文字方塊 22">
            <a:extLst>
              <a:ext uri="{FF2B5EF4-FFF2-40B4-BE49-F238E27FC236}">
                <a16:creationId xmlns:a16="http://schemas.microsoft.com/office/drawing/2014/main" id="{13608491-4D65-DA03-A99F-E489CCCEF4A1}"/>
              </a:ext>
            </a:extLst>
          </p:cNvPr>
          <p:cNvSpPr txBox="1"/>
          <p:nvPr/>
        </p:nvSpPr>
        <p:spPr>
          <a:xfrm>
            <a:off x="3409693" y="5563225"/>
            <a:ext cx="377026" cy="369332"/>
          </a:xfrm>
          <a:prstGeom prst="rect">
            <a:avLst/>
          </a:prstGeom>
          <a:noFill/>
        </p:spPr>
        <p:txBody>
          <a:bodyPr wrap="none" rtlCol="0">
            <a:spAutoFit/>
          </a:bodyPr>
          <a:lstStyle/>
          <a:p>
            <a:r>
              <a:rPr lang="en-US" altLang="zh-TW" sz="1800" dirty="0">
                <a:solidFill>
                  <a:srgbClr val="2B31F4"/>
                </a:solidFill>
              </a:rPr>
              <a:t>4.</a:t>
            </a:r>
            <a:endParaRPr lang="zh-TW" altLang="en-US" sz="1800" dirty="0">
              <a:solidFill>
                <a:srgbClr val="2B31F4"/>
              </a:solidFill>
            </a:endParaRPr>
          </a:p>
        </p:txBody>
      </p:sp>
      <p:sp>
        <p:nvSpPr>
          <p:cNvPr id="3" name="文字方塊 2">
            <a:extLst>
              <a:ext uri="{FF2B5EF4-FFF2-40B4-BE49-F238E27FC236}">
                <a16:creationId xmlns:a16="http://schemas.microsoft.com/office/drawing/2014/main" id="{DEA0C486-7CE4-F15E-20CF-69910C2E3E6B}"/>
              </a:ext>
            </a:extLst>
          </p:cNvPr>
          <p:cNvSpPr txBox="1"/>
          <p:nvPr/>
        </p:nvSpPr>
        <p:spPr>
          <a:xfrm>
            <a:off x="9399373" y="1911350"/>
            <a:ext cx="1454244" cy="1107996"/>
          </a:xfrm>
          <a:prstGeom prst="rect">
            <a:avLst/>
          </a:prstGeom>
          <a:solidFill>
            <a:srgbClr val="92D050"/>
          </a:solidFill>
        </p:spPr>
        <p:txBody>
          <a:bodyPr wrap="none" rtlCol="0">
            <a:spAutoFit/>
          </a:bodyPr>
          <a:lstStyle/>
          <a:p>
            <a:r>
              <a:rPr lang="en-US" altLang="zh-TW" sz="6600" dirty="0">
                <a:solidFill>
                  <a:schemeClr val="bg1"/>
                </a:solidFill>
              </a:rPr>
              <a:t>OK</a:t>
            </a:r>
            <a:endParaRPr lang="zh-TW" altLang="en-US" sz="6600" dirty="0">
              <a:solidFill>
                <a:schemeClr val="bg1"/>
              </a:solidFill>
            </a:endParaRPr>
          </a:p>
        </p:txBody>
      </p:sp>
    </p:spTree>
    <p:extLst>
      <p:ext uri="{BB962C8B-B14F-4D97-AF65-F5344CB8AC3E}">
        <p14:creationId xmlns:p14="http://schemas.microsoft.com/office/powerpoint/2010/main" val="1230208785"/>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9CAB29D-AF3F-9346-B955-279AC2CD3C92}"/>
              </a:ext>
            </a:extLst>
          </p:cNvPr>
          <p:cNvSpPr>
            <a:spLocks noGrp="1"/>
          </p:cNvSpPr>
          <p:nvPr>
            <p:ph type="title"/>
          </p:nvPr>
        </p:nvSpPr>
        <p:spPr/>
        <p:txBody>
          <a:bodyPr/>
          <a:lstStyle/>
          <a:p>
            <a:r>
              <a:rPr kumimoji="1" lang="zh-CN" altLang="en-US" b="1" dirty="0"/>
              <a:t>快速啟用</a:t>
            </a:r>
            <a:r>
              <a:rPr kumimoji="1" lang="en-US" altLang="zh-TW" sz="1800" b="1" dirty="0">
                <a:solidFill>
                  <a:schemeClr val="tx1">
                    <a:lumMod val="50000"/>
                    <a:lumOff val="50000"/>
                  </a:schemeClr>
                </a:solidFill>
              </a:rPr>
              <a:t>(1.</a:t>
            </a:r>
            <a:r>
              <a:rPr kumimoji="1" lang="zh-TW" altLang="en-US" sz="1800" b="1" dirty="0">
                <a:solidFill>
                  <a:schemeClr val="tx1">
                    <a:lumMod val="50000"/>
                    <a:lumOff val="50000"/>
                  </a:schemeClr>
                </a:solidFill>
              </a:rPr>
              <a:t>缺花紋、</a:t>
            </a:r>
            <a:r>
              <a:rPr kumimoji="1" lang="en-US" altLang="zh-TW" sz="1800" b="1" dirty="0">
                <a:solidFill>
                  <a:schemeClr val="tx1">
                    <a:lumMod val="50000"/>
                    <a:lumOff val="50000"/>
                  </a:schemeClr>
                </a:solidFill>
              </a:rPr>
              <a:t>2.</a:t>
            </a:r>
            <a:r>
              <a:rPr kumimoji="1" lang="zh-TW" altLang="en-US" sz="1800" b="1" dirty="0">
                <a:solidFill>
                  <a:schemeClr val="tx1">
                    <a:lumMod val="50000"/>
                    <a:lumOff val="50000"/>
                  </a:schemeClr>
                </a:solidFill>
              </a:rPr>
              <a:t>缺左右</a:t>
            </a:r>
            <a:r>
              <a:rPr kumimoji="1" lang="en-US" altLang="zh-TW" sz="1800" b="1" dirty="0">
                <a:solidFill>
                  <a:schemeClr val="tx1">
                    <a:lumMod val="50000"/>
                    <a:lumOff val="50000"/>
                  </a:schemeClr>
                </a:solidFill>
              </a:rPr>
              <a:t>step</a:t>
            </a:r>
            <a:r>
              <a:rPr kumimoji="1" lang="zh-TW" altLang="en-US" sz="1800" b="1" dirty="0">
                <a:solidFill>
                  <a:schemeClr val="tx1">
                    <a:lumMod val="50000"/>
                    <a:lumOff val="50000"/>
                  </a:schemeClr>
                </a:solidFill>
              </a:rPr>
              <a:t>移動鍵、</a:t>
            </a:r>
            <a:r>
              <a:rPr kumimoji="1" lang="en-US" altLang="zh-TW" sz="1800" b="1" dirty="0">
                <a:solidFill>
                  <a:schemeClr val="tx1">
                    <a:lumMod val="50000"/>
                    <a:lumOff val="50000"/>
                  </a:schemeClr>
                </a:solidFill>
              </a:rPr>
              <a:t>3.STEP</a:t>
            </a:r>
            <a:r>
              <a:rPr kumimoji="1" lang="zh-TW" altLang="en-US" sz="1800" b="1" dirty="0">
                <a:solidFill>
                  <a:schemeClr val="tx1">
                    <a:lumMod val="50000"/>
                    <a:lumOff val="50000"/>
                  </a:schemeClr>
                </a:solidFill>
              </a:rPr>
              <a:t>和數字間留一空格</a:t>
            </a:r>
            <a:r>
              <a:rPr kumimoji="1" lang="en-US" altLang="zh-TW" sz="1800" b="1" dirty="0">
                <a:solidFill>
                  <a:schemeClr val="tx1">
                    <a:lumMod val="50000"/>
                    <a:lumOff val="50000"/>
                  </a:schemeClr>
                </a:solidFill>
              </a:rPr>
              <a:t>)</a:t>
            </a:r>
            <a:endParaRPr kumimoji="1" lang="zh-TW" altLang="en-US" sz="1800" b="1" dirty="0"/>
          </a:p>
        </p:txBody>
      </p:sp>
      <p:pic>
        <p:nvPicPr>
          <p:cNvPr id="10" name="圖片 9">
            <a:extLst>
              <a:ext uri="{FF2B5EF4-FFF2-40B4-BE49-F238E27FC236}">
                <a16:creationId xmlns:a16="http://schemas.microsoft.com/office/drawing/2014/main" id="{3DCC433F-A36D-DAF2-016F-AA9699A8BD64}"/>
              </a:ext>
            </a:extLst>
          </p:cNvPr>
          <p:cNvPicPr>
            <a:picLocks noChangeAspect="1"/>
          </p:cNvPicPr>
          <p:nvPr/>
        </p:nvPicPr>
        <p:blipFill>
          <a:blip r:embed="rId2"/>
          <a:stretch>
            <a:fillRect/>
          </a:stretch>
        </p:blipFill>
        <p:spPr>
          <a:xfrm>
            <a:off x="457200" y="1141376"/>
            <a:ext cx="9805988" cy="5168196"/>
          </a:xfrm>
          <a:prstGeom prst="rect">
            <a:avLst/>
          </a:prstGeom>
        </p:spPr>
      </p:pic>
      <p:pic>
        <p:nvPicPr>
          <p:cNvPr id="3" name="圖片 2">
            <a:extLst>
              <a:ext uri="{FF2B5EF4-FFF2-40B4-BE49-F238E27FC236}">
                <a16:creationId xmlns:a16="http://schemas.microsoft.com/office/drawing/2014/main" id="{0441A2C1-B48F-E16B-8F55-286D71D14014}"/>
              </a:ext>
            </a:extLst>
          </p:cNvPr>
          <p:cNvPicPr>
            <a:picLocks noChangeAspect="1"/>
          </p:cNvPicPr>
          <p:nvPr/>
        </p:nvPicPr>
        <p:blipFill>
          <a:blip r:embed="rId3"/>
          <a:stretch>
            <a:fillRect/>
          </a:stretch>
        </p:blipFill>
        <p:spPr>
          <a:xfrm>
            <a:off x="7389332" y="3745462"/>
            <a:ext cx="4559781" cy="2778668"/>
          </a:xfrm>
          <a:prstGeom prst="rect">
            <a:avLst/>
          </a:prstGeom>
          <a:ln w="19050">
            <a:solidFill>
              <a:srgbClr val="FF0000"/>
            </a:solidFill>
            <a:prstDash val="dash"/>
          </a:ln>
        </p:spPr>
      </p:pic>
      <p:sp>
        <p:nvSpPr>
          <p:cNvPr id="4" name="文字方塊 3">
            <a:extLst>
              <a:ext uri="{FF2B5EF4-FFF2-40B4-BE49-F238E27FC236}">
                <a16:creationId xmlns:a16="http://schemas.microsoft.com/office/drawing/2014/main" id="{C5A80ECF-8E59-85F3-010E-8A0619FCE438}"/>
              </a:ext>
            </a:extLst>
          </p:cNvPr>
          <p:cNvSpPr txBox="1"/>
          <p:nvPr/>
        </p:nvSpPr>
        <p:spPr>
          <a:xfrm>
            <a:off x="2247643" y="1453849"/>
            <a:ext cx="377026" cy="369332"/>
          </a:xfrm>
          <a:prstGeom prst="rect">
            <a:avLst/>
          </a:prstGeom>
          <a:noFill/>
        </p:spPr>
        <p:txBody>
          <a:bodyPr wrap="none" rtlCol="0">
            <a:spAutoFit/>
          </a:bodyPr>
          <a:lstStyle/>
          <a:p>
            <a:r>
              <a:rPr lang="en-US" altLang="zh-TW" sz="1800" dirty="0">
                <a:solidFill>
                  <a:srgbClr val="2B31F4"/>
                </a:solidFill>
              </a:rPr>
              <a:t>1.</a:t>
            </a:r>
            <a:endParaRPr lang="zh-TW" altLang="en-US" sz="1800" dirty="0">
              <a:solidFill>
                <a:srgbClr val="2B31F4"/>
              </a:solidFill>
            </a:endParaRPr>
          </a:p>
        </p:txBody>
      </p:sp>
      <p:sp>
        <p:nvSpPr>
          <p:cNvPr id="5" name="文字方塊 4">
            <a:extLst>
              <a:ext uri="{FF2B5EF4-FFF2-40B4-BE49-F238E27FC236}">
                <a16:creationId xmlns:a16="http://schemas.microsoft.com/office/drawing/2014/main" id="{09EAD4DC-D384-84A4-270D-9FC41A84396A}"/>
              </a:ext>
            </a:extLst>
          </p:cNvPr>
          <p:cNvSpPr txBox="1"/>
          <p:nvPr/>
        </p:nvSpPr>
        <p:spPr>
          <a:xfrm>
            <a:off x="3546240" y="4225624"/>
            <a:ext cx="377026" cy="369332"/>
          </a:xfrm>
          <a:prstGeom prst="rect">
            <a:avLst/>
          </a:prstGeom>
          <a:noFill/>
        </p:spPr>
        <p:txBody>
          <a:bodyPr wrap="none" rtlCol="0">
            <a:spAutoFit/>
          </a:bodyPr>
          <a:lstStyle/>
          <a:p>
            <a:r>
              <a:rPr lang="en-US" altLang="zh-TW" sz="1800" dirty="0">
                <a:solidFill>
                  <a:srgbClr val="2B31F4"/>
                </a:solidFill>
              </a:rPr>
              <a:t>2.</a:t>
            </a:r>
            <a:endParaRPr lang="zh-TW" altLang="en-US" sz="1800" dirty="0">
              <a:solidFill>
                <a:srgbClr val="2B31F4"/>
              </a:solidFill>
            </a:endParaRPr>
          </a:p>
        </p:txBody>
      </p:sp>
      <p:sp>
        <p:nvSpPr>
          <p:cNvPr id="6" name="文字方塊 5">
            <a:extLst>
              <a:ext uri="{FF2B5EF4-FFF2-40B4-BE49-F238E27FC236}">
                <a16:creationId xmlns:a16="http://schemas.microsoft.com/office/drawing/2014/main" id="{20CAC7EB-CA6B-3C02-6860-98E68A7F6B07}"/>
              </a:ext>
            </a:extLst>
          </p:cNvPr>
          <p:cNvSpPr txBox="1"/>
          <p:nvPr/>
        </p:nvSpPr>
        <p:spPr>
          <a:xfrm>
            <a:off x="6937140" y="4225624"/>
            <a:ext cx="377026" cy="369332"/>
          </a:xfrm>
          <a:prstGeom prst="rect">
            <a:avLst/>
          </a:prstGeom>
          <a:noFill/>
        </p:spPr>
        <p:txBody>
          <a:bodyPr wrap="none" rtlCol="0">
            <a:spAutoFit/>
          </a:bodyPr>
          <a:lstStyle/>
          <a:p>
            <a:r>
              <a:rPr lang="en-US" altLang="zh-TW" sz="1800" dirty="0">
                <a:solidFill>
                  <a:srgbClr val="2B31F4"/>
                </a:solidFill>
              </a:rPr>
              <a:t>2.</a:t>
            </a:r>
            <a:endParaRPr lang="zh-TW" altLang="en-US" sz="1800" dirty="0">
              <a:solidFill>
                <a:srgbClr val="2B31F4"/>
              </a:solidFill>
            </a:endParaRPr>
          </a:p>
        </p:txBody>
      </p:sp>
      <p:sp>
        <p:nvSpPr>
          <p:cNvPr id="8" name="文字方塊 7">
            <a:extLst>
              <a:ext uri="{FF2B5EF4-FFF2-40B4-BE49-F238E27FC236}">
                <a16:creationId xmlns:a16="http://schemas.microsoft.com/office/drawing/2014/main" id="{924F1B9E-0E68-385F-E28D-33740F7B956F}"/>
              </a:ext>
            </a:extLst>
          </p:cNvPr>
          <p:cNvSpPr txBox="1"/>
          <p:nvPr/>
        </p:nvSpPr>
        <p:spPr>
          <a:xfrm>
            <a:off x="3969857" y="5580099"/>
            <a:ext cx="377026" cy="369332"/>
          </a:xfrm>
          <a:prstGeom prst="rect">
            <a:avLst/>
          </a:prstGeom>
          <a:noFill/>
        </p:spPr>
        <p:txBody>
          <a:bodyPr wrap="none" rtlCol="0">
            <a:spAutoFit/>
          </a:bodyPr>
          <a:lstStyle/>
          <a:p>
            <a:r>
              <a:rPr lang="en-US" altLang="zh-TW" sz="1800" dirty="0">
                <a:solidFill>
                  <a:srgbClr val="2B31F4"/>
                </a:solidFill>
              </a:rPr>
              <a:t>3.</a:t>
            </a:r>
            <a:endParaRPr lang="zh-TW" altLang="en-US" sz="1800" dirty="0">
              <a:solidFill>
                <a:srgbClr val="2B31F4"/>
              </a:solidFill>
            </a:endParaRPr>
          </a:p>
        </p:txBody>
      </p:sp>
      <p:sp>
        <p:nvSpPr>
          <p:cNvPr id="9" name="文字方塊 8">
            <a:extLst>
              <a:ext uri="{FF2B5EF4-FFF2-40B4-BE49-F238E27FC236}">
                <a16:creationId xmlns:a16="http://schemas.microsoft.com/office/drawing/2014/main" id="{6E63B4DC-FCEE-2D5F-FC45-11980C162CAA}"/>
              </a:ext>
            </a:extLst>
          </p:cNvPr>
          <p:cNvSpPr txBox="1"/>
          <p:nvPr/>
        </p:nvSpPr>
        <p:spPr>
          <a:xfrm>
            <a:off x="1281949" y="5580099"/>
            <a:ext cx="2566151" cy="461665"/>
          </a:xfrm>
          <a:prstGeom prst="rect">
            <a:avLst/>
          </a:prstGeom>
          <a:solidFill>
            <a:srgbClr val="FDF3DB"/>
          </a:solidFill>
        </p:spPr>
        <p:txBody>
          <a:bodyPr wrap="square" rtlCol="0">
            <a:spAutoFit/>
          </a:bodyPr>
          <a:lstStyle>
            <a:defPPr>
              <a:defRPr lang="en-US"/>
            </a:defPPr>
            <a:lvl1pPr>
              <a:defRPr sz="1200" b="0">
                <a:latin typeface="微軟正黑體" panose="020B0604030504040204" pitchFamily="34" charset="-120"/>
                <a:ea typeface="微軟正黑體" panose="020B0604030504040204" pitchFamily="34" charset="-120"/>
              </a:defRPr>
            </a:lvl1pPr>
          </a:lstStyle>
          <a:p>
            <a:r>
              <a:rPr lang="en-US" altLang="zh-TW" dirty="0"/>
              <a:t>STEP</a:t>
            </a:r>
            <a:r>
              <a:rPr lang="zh-TW" altLang="en-US" dirty="0"/>
              <a:t> </a:t>
            </a:r>
            <a:r>
              <a:rPr lang="en-US" altLang="zh-TW" dirty="0"/>
              <a:t>1</a:t>
            </a:r>
            <a:r>
              <a:rPr lang="zh-TW" altLang="en-US" dirty="0"/>
              <a:t>、</a:t>
            </a:r>
            <a:r>
              <a:rPr lang="en-US" altLang="zh-TW" dirty="0"/>
              <a:t>STEP 2</a:t>
            </a:r>
            <a:r>
              <a:rPr lang="zh-TW" altLang="en-US" dirty="0"/>
              <a:t>、</a:t>
            </a:r>
            <a:r>
              <a:rPr lang="en-US" altLang="zh-TW" dirty="0"/>
              <a:t>STEP 3</a:t>
            </a:r>
            <a:r>
              <a:rPr lang="zh-TW" altLang="en-US" dirty="0"/>
              <a:t>、</a:t>
            </a:r>
            <a:r>
              <a:rPr lang="en-US" altLang="zh-TW" dirty="0"/>
              <a:t>STEP 4</a:t>
            </a:r>
            <a:r>
              <a:rPr lang="zh-TW" altLang="en-US" dirty="0"/>
              <a:t>，</a:t>
            </a:r>
            <a:r>
              <a:rPr lang="en-US" altLang="zh-TW" dirty="0"/>
              <a:t>STEP</a:t>
            </a:r>
            <a:r>
              <a:rPr lang="zh-TW" altLang="en-US" dirty="0"/>
              <a:t>和數字間留一空格</a:t>
            </a:r>
          </a:p>
        </p:txBody>
      </p:sp>
      <p:sp>
        <p:nvSpPr>
          <p:cNvPr id="12" name="文字方塊 11">
            <a:extLst>
              <a:ext uri="{FF2B5EF4-FFF2-40B4-BE49-F238E27FC236}">
                <a16:creationId xmlns:a16="http://schemas.microsoft.com/office/drawing/2014/main" id="{44839B69-53AA-1443-67E6-6959D876BEA6}"/>
              </a:ext>
            </a:extLst>
          </p:cNvPr>
          <p:cNvSpPr txBox="1"/>
          <p:nvPr/>
        </p:nvSpPr>
        <p:spPr>
          <a:xfrm>
            <a:off x="2247643" y="4179457"/>
            <a:ext cx="1235510" cy="276999"/>
          </a:xfrm>
          <a:prstGeom prst="rect">
            <a:avLst/>
          </a:prstGeom>
          <a:solidFill>
            <a:srgbClr val="FDF3DB"/>
          </a:solidFill>
        </p:spPr>
        <p:txBody>
          <a:bodyPr wrap="square" rtlCol="0">
            <a:spAutoFit/>
          </a:bodyPr>
          <a:lstStyle>
            <a:defPPr>
              <a:defRPr lang="en-US"/>
            </a:defPPr>
            <a:lvl1pPr>
              <a:defRPr sz="1200" b="0">
                <a:latin typeface="微軟正黑體" panose="020B0604030504040204" pitchFamily="34" charset="-120"/>
                <a:ea typeface="微軟正黑體" panose="020B0604030504040204" pitchFamily="34" charset="-120"/>
              </a:defRPr>
            </a:lvl1pPr>
          </a:lstStyle>
          <a:p>
            <a:r>
              <a:rPr lang="zh-TW" altLang="en-US" dirty="0"/>
              <a:t>無左右移動鍵</a:t>
            </a:r>
          </a:p>
        </p:txBody>
      </p:sp>
      <p:sp>
        <p:nvSpPr>
          <p:cNvPr id="7" name="文字方塊 6">
            <a:extLst>
              <a:ext uri="{FF2B5EF4-FFF2-40B4-BE49-F238E27FC236}">
                <a16:creationId xmlns:a16="http://schemas.microsoft.com/office/drawing/2014/main" id="{D61F2691-F47C-F69D-12F1-5B5A55729989}"/>
              </a:ext>
            </a:extLst>
          </p:cNvPr>
          <p:cNvSpPr txBox="1"/>
          <p:nvPr/>
        </p:nvSpPr>
        <p:spPr>
          <a:xfrm>
            <a:off x="9536066" y="2001795"/>
            <a:ext cx="1454244" cy="1107996"/>
          </a:xfrm>
          <a:prstGeom prst="rect">
            <a:avLst/>
          </a:prstGeom>
          <a:solidFill>
            <a:srgbClr val="92D050"/>
          </a:solidFill>
        </p:spPr>
        <p:txBody>
          <a:bodyPr wrap="none" rtlCol="0">
            <a:spAutoFit/>
          </a:bodyPr>
          <a:lstStyle/>
          <a:p>
            <a:r>
              <a:rPr lang="en-US" altLang="zh-TW" sz="6600" dirty="0">
                <a:solidFill>
                  <a:schemeClr val="bg1"/>
                </a:solidFill>
              </a:rPr>
              <a:t>OK</a:t>
            </a:r>
            <a:endParaRPr lang="zh-TW" altLang="en-US" sz="6600" dirty="0">
              <a:solidFill>
                <a:schemeClr val="bg1"/>
              </a:solidFill>
            </a:endParaRPr>
          </a:p>
        </p:txBody>
      </p:sp>
    </p:spTree>
    <p:extLst>
      <p:ext uri="{BB962C8B-B14F-4D97-AF65-F5344CB8AC3E}">
        <p14:creationId xmlns:p14="http://schemas.microsoft.com/office/powerpoint/2010/main" val="3466346475"/>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9CAB29D-AF3F-9346-B955-279AC2CD3C92}"/>
              </a:ext>
            </a:extLst>
          </p:cNvPr>
          <p:cNvSpPr>
            <a:spLocks noGrp="1"/>
          </p:cNvSpPr>
          <p:nvPr>
            <p:ph type="title"/>
          </p:nvPr>
        </p:nvSpPr>
        <p:spPr/>
        <p:txBody>
          <a:bodyPr/>
          <a:lstStyle/>
          <a:p>
            <a:r>
              <a:rPr kumimoji="1" lang="zh-CN" altLang="en-US" b="1" dirty="0"/>
              <a:t>快速啟用</a:t>
            </a:r>
            <a:r>
              <a:rPr kumimoji="1" lang="en-US" altLang="zh-TW" sz="1800" b="1" dirty="0">
                <a:solidFill>
                  <a:schemeClr val="tx1">
                    <a:lumMod val="50000"/>
                    <a:lumOff val="50000"/>
                  </a:schemeClr>
                </a:solidFill>
              </a:rPr>
              <a:t>(</a:t>
            </a:r>
            <a:r>
              <a:rPr kumimoji="1" lang="zh-TW" altLang="en-US" sz="1800" b="1" dirty="0">
                <a:solidFill>
                  <a:schemeClr val="tx1">
                    <a:lumMod val="50000"/>
                    <a:lumOff val="50000"/>
                  </a:schemeClr>
                </a:solidFill>
              </a:rPr>
              <a:t>無</a:t>
            </a:r>
            <a:r>
              <a:rPr kumimoji="1" lang="en-US" altLang="zh-TW" sz="1800" b="1" dirty="0">
                <a:solidFill>
                  <a:schemeClr val="tx1">
                    <a:lumMod val="50000"/>
                    <a:lumOff val="50000"/>
                  </a:schemeClr>
                </a:solidFill>
              </a:rPr>
              <a:t>STEP 2</a:t>
            </a:r>
            <a:r>
              <a:rPr kumimoji="1" lang="zh-TW" altLang="en-US" sz="1800" b="1" dirty="0">
                <a:solidFill>
                  <a:schemeClr val="tx1">
                    <a:lumMod val="50000"/>
                    <a:lumOff val="50000"/>
                  </a:schemeClr>
                </a:solidFill>
              </a:rPr>
              <a:t>、</a:t>
            </a:r>
            <a:r>
              <a:rPr kumimoji="1" lang="en-US" altLang="zh-TW" sz="1800" b="1" dirty="0">
                <a:solidFill>
                  <a:schemeClr val="tx1">
                    <a:lumMod val="50000"/>
                    <a:lumOff val="50000"/>
                  </a:schemeClr>
                </a:solidFill>
              </a:rPr>
              <a:t> STEP 3</a:t>
            </a:r>
            <a:r>
              <a:rPr kumimoji="1" lang="zh-TW" altLang="en-US" sz="1800" b="1" dirty="0">
                <a:solidFill>
                  <a:schemeClr val="tx1">
                    <a:lumMod val="50000"/>
                    <a:lumOff val="50000"/>
                  </a:schemeClr>
                </a:solidFill>
              </a:rPr>
              <a:t>、</a:t>
            </a:r>
            <a:r>
              <a:rPr kumimoji="1" lang="en-US" altLang="zh-TW" sz="1800" b="1" dirty="0">
                <a:solidFill>
                  <a:schemeClr val="tx1">
                    <a:lumMod val="50000"/>
                    <a:lumOff val="50000"/>
                  </a:schemeClr>
                </a:solidFill>
              </a:rPr>
              <a:t> STEP 4)</a:t>
            </a:r>
            <a:endParaRPr kumimoji="1" lang="zh-TW" altLang="en-US" sz="1800" b="1" dirty="0"/>
          </a:p>
        </p:txBody>
      </p:sp>
      <p:pic>
        <p:nvPicPr>
          <p:cNvPr id="10" name="圖片 9">
            <a:extLst>
              <a:ext uri="{FF2B5EF4-FFF2-40B4-BE49-F238E27FC236}">
                <a16:creationId xmlns:a16="http://schemas.microsoft.com/office/drawing/2014/main" id="{3DCC433F-A36D-DAF2-016F-AA9699A8BD64}"/>
              </a:ext>
            </a:extLst>
          </p:cNvPr>
          <p:cNvPicPr>
            <a:picLocks noChangeAspect="1"/>
          </p:cNvPicPr>
          <p:nvPr/>
        </p:nvPicPr>
        <p:blipFill>
          <a:blip r:embed="rId2"/>
          <a:stretch>
            <a:fillRect/>
          </a:stretch>
        </p:blipFill>
        <p:spPr>
          <a:xfrm>
            <a:off x="457200" y="1141376"/>
            <a:ext cx="9805988" cy="5168196"/>
          </a:xfrm>
          <a:prstGeom prst="rect">
            <a:avLst/>
          </a:prstGeom>
        </p:spPr>
      </p:pic>
      <p:sp>
        <p:nvSpPr>
          <p:cNvPr id="3" name="文字方塊 2">
            <a:extLst>
              <a:ext uri="{FF2B5EF4-FFF2-40B4-BE49-F238E27FC236}">
                <a16:creationId xmlns:a16="http://schemas.microsoft.com/office/drawing/2014/main" id="{D683CEB1-0891-7F25-8F03-48AFF3F15248}"/>
              </a:ext>
            </a:extLst>
          </p:cNvPr>
          <p:cNvSpPr txBox="1"/>
          <p:nvPr/>
        </p:nvSpPr>
        <p:spPr>
          <a:xfrm>
            <a:off x="9835978" y="2617478"/>
            <a:ext cx="1454244" cy="1107996"/>
          </a:xfrm>
          <a:prstGeom prst="rect">
            <a:avLst/>
          </a:prstGeom>
          <a:solidFill>
            <a:srgbClr val="92D050"/>
          </a:solidFill>
        </p:spPr>
        <p:txBody>
          <a:bodyPr wrap="none" rtlCol="0">
            <a:spAutoFit/>
          </a:bodyPr>
          <a:lstStyle/>
          <a:p>
            <a:r>
              <a:rPr lang="en-US" altLang="zh-TW" sz="6600" dirty="0">
                <a:solidFill>
                  <a:schemeClr val="bg1"/>
                </a:solidFill>
              </a:rPr>
              <a:t>OK</a:t>
            </a:r>
            <a:endParaRPr lang="zh-TW" altLang="en-US" sz="6600" dirty="0">
              <a:solidFill>
                <a:schemeClr val="bg1"/>
              </a:solidFill>
            </a:endParaRPr>
          </a:p>
        </p:txBody>
      </p:sp>
    </p:spTree>
    <p:extLst>
      <p:ext uri="{BB962C8B-B14F-4D97-AF65-F5344CB8AC3E}">
        <p14:creationId xmlns:p14="http://schemas.microsoft.com/office/powerpoint/2010/main" val="35308295"/>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9CAB29D-AF3F-9346-B955-279AC2CD3C92}"/>
              </a:ext>
            </a:extLst>
          </p:cNvPr>
          <p:cNvSpPr>
            <a:spLocks noGrp="1"/>
          </p:cNvSpPr>
          <p:nvPr>
            <p:ph type="title"/>
          </p:nvPr>
        </p:nvSpPr>
        <p:spPr/>
        <p:txBody>
          <a:bodyPr/>
          <a:lstStyle/>
          <a:p>
            <a:r>
              <a:rPr kumimoji="1" lang="zh-CN" altLang="en-US" b="1" dirty="0"/>
              <a:t>帳戶優惠</a:t>
            </a:r>
            <a:r>
              <a:rPr kumimoji="1" lang="en-US" altLang="zh-TW" sz="1800" b="1" dirty="0">
                <a:solidFill>
                  <a:schemeClr val="tx1">
                    <a:lumMod val="50000"/>
                    <a:lumOff val="50000"/>
                  </a:schemeClr>
                </a:solidFill>
              </a:rPr>
              <a:t>(1.</a:t>
            </a:r>
            <a:r>
              <a:rPr kumimoji="1" lang="zh-TW" altLang="en-US" sz="1800" b="1" dirty="0">
                <a:solidFill>
                  <a:schemeClr val="tx1">
                    <a:lumMod val="50000"/>
                    <a:lumOff val="50000"/>
                  </a:schemeClr>
                </a:solidFill>
              </a:rPr>
              <a:t>、</a:t>
            </a:r>
            <a:r>
              <a:rPr kumimoji="1" lang="en-US" altLang="zh-TW" sz="1800" b="1" dirty="0">
                <a:solidFill>
                  <a:schemeClr val="tx1">
                    <a:lumMod val="50000"/>
                    <a:lumOff val="50000"/>
                  </a:schemeClr>
                </a:solidFill>
              </a:rPr>
              <a:t>2.</a:t>
            </a:r>
            <a:r>
              <a:rPr kumimoji="1" lang="zh-TW" altLang="en-US" sz="1800" b="1" dirty="0">
                <a:solidFill>
                  <a:schemeClr val="tx1">
                    <a:lumMod val="50000"/>
                    <a:lumOff val="50000"/>
                  </a:schemeClr>
                </a:solidFill>
              </a:rPr>
              <a:t>、</a:t>
            </a:r>
            <a:r>
              <a:rPr kumimoji="1" lang="en-US" altLang="zh-TW" sz="1800" b="1" dirty="0">
                <a:solidFill>
                  <a:schemeClr val="tx1">
                    <a:lumMod val="50000"/>
                    <a:lumOff val="50000"/>
                  </a:schemeClr>
                </a:solidFill>
              </a:rPr>
              <a:t>3.</a:t>
            </a:r>
            <a:r>
              <a:rPr kumimoji="1" lang="zh-TW" altLang="en-US" sz="1800" b="1" dirty="0">
                <a:solidFill>
                  <a:schemeClr val="tx1">
                    <a:lumMod val="50000"/>
                    <a:lumOff val="50000"/>
                  </a:schemeClr>
                </a:solidFill>
              </a:rPr>
              <a:t>、</a:t>
            </a:r>
            <a:r>
              <a:rPr kumimoji="1" lang="en-US" altLang="zh-TW" sz="1800" b="1" dirty="0">
                <a:solidFill>
                  <a:schemeClr val="tx1">
                    <a:lumMod val="50000"/>
                    <a:lumOff val="50000"/>
                  </a:schemeClr>
                </a:solidFill>
              </a:rPr>
              <a:t>4.</a:t>
            </a:r>
            <a:r>
              <a:rPr kumimoji="1" lang="zh-TW" altLang="en-US" sz="1800" b="1" dirty="0">
                <a:solidFill>
                  <a:schemeClr val="tx1">
                    <a:lumMod val="50000"/>
                    <a:lumOff val="50000"/>
                  </a:schemeClr>
                </a:solidFill>
              </a:rPr>
              <a:t>、</a:t>
            </a:r>
            <a:r>
              <a:rPr kumimoji="1" lang="en-US" altLang="zh-TW" sz="1800" b="1" dirty="0">
                <a:solidFill>
                  <a:schemeClr val="tx1">
                    <a:lumMod val="50000"/>
                    <a:lumOff val="50000"/>
                  </a:schemeClr>
                </a:solidFill>
              </a:rPr>
              <a:t>5.</a:t>
            </a:r>
            <a:r>
              <a:rPr kumimoji="1" lang="zh-TW" altLang="en-US" sz="1800" b="1" dirty="0">
                <a:solidFill>
                  <a:schemeClr val="tx1">
                    <a:lumMod val="50000"/>
                    <a:lumOff val="50000"/>
                  </a:schemeClr>
                </a:solidFill>
              </a:rPr>
              <a:t>與原設計字體不同</a:t>
            </a:r>
            <a:r>
              <a:rPr kumimoji="1" lang="en-US" altLang="zh-TW" sz="1800" b="1" dirty="0">
                <a:solidFill>
                  <a:schemeClr val="tx1">
                    <a:lumMod val="50000"/>
                    <a:lumOff val="50000"/>
                  </a:schemeClr>
                </a:solidFill>
              </a:rPr>
              <a:t>)</a:t>
            </a:r>
            <a:endParaRPr kumimoji="1" lang="zh-TW" altLang="en-US" sz="1800" b="1" dirty="0"/>
          </a:p>
        </p:txBody>
      </p:sp>
      <p:pic>
        <p:nvPicPr>
          <p:cNvPr id="4" name="圖片 3">
            <a:extLst>
              <a:ext uri="{FF2B5EF4-FFF2-40B4-BE49-F238E27FC236}">
                <a16:creationId xmlns:a16="http://schemas.microsoft.com/office/drawing/2014/main" id="{2957BA33-3B78-09B4-2461-1DBAE867060C}"/>
              </a:ext>
            </a:extLst>
          </p:cNvPr>
          <p:cNvPicPr>
            <a:picLocks noChangeAspect="1"/>
          </p:cNvPicPr>
          <p:nvPr/>
        </p:nvPicPr>
        <p:blipFill>
          <a:blip r:embed="rId2"/>
          <a:stretch>
            <a:fillRect/>
          </a:stretch>
        </p:blipFill>
        <p:spPr>
          <a:xfrm>
            <a:off x="7154317" y="4302534"/>
            <a:ext cx="4794796" cy="2096881"/>
          </a:xfrm>
          <a:prstGeom prst="rect">
            <a:avLst/>
          </a:prstGeom>
          <a:ln w="19050">
            <a:solidFill>
              <a:srgbClr val="FF0000"/>
            </a:solidFill>
            <a:prstDash val="dash"/>
          </a:ln>
        </p:spPr>
      </p:pic>
      <p:pic>
        <p:nvPicPr>
          <p:cNvPr id="7" name="圖片 6">
            <a:extLst>
              <a:ext uri="{FF2B5EF4-FFF2-40B4-BE49-F238E27FC236}">
                <a16:creationId xmlns:a16="http://schemas.microsoft.com/office/drawing/2014/main" id="{6FB3BBF8-E867-693B-C652-0530E878B48F}"/>
              </a:ext>
            </a:extLst>
          </p:cNvPr>
          <p:cNvPicPr>
            <a:picLocks noChangeAspect="1"/>
          </p:cNvPicPr>
          <p:nvPr/>
        </p:nvPicPr>
        <p:blipFill>
          <a:blip r:embed="rId3"/>
          <a:stretch>
            <a:fillRect/>
          </a:stretch>
        </p:blipFill>
        <p:spPr>
          <a:xfrm>
            <a:off x="0" y="835585"/>
            <a:ext cx="8658225" cy="3416978"/>
          </a:xfrm>
          <a:prstGeom prst="rect">
            <a:avLst/>
          </a:prstGeom>
        </p:spPr>
      </p:pic>
      <p:sp>
        <p:nvSpPr>
          <p:cNvPr id="9" name="矩形 8">
            <a:extLst>
              <a:ext uri="{FF2B5EF4-FFF2-40B4-BE49-F238E27FC236}">
                <a16:creationId xmlns:a16="http://schemas.microsoft.com/office/drawing/2014/main" id="{09C4D399-8AEF-AF0E-09A6-DCCC49AFD71C}"/>
              </a:ext>
            </a:extLst>
          </p:cNvPr>
          <p:cNvSpPr/>
          <p:nvPr/>
        </p:nvSpPr>
        <p:spPr bwMode="auto">
          <a:xfrm>
            <a:off x="1638301" y="1494256"/>
            <a:ext cx="1552574" cy="312641"/>
          </a:xfrm>
          <a:prstGeom prst="rect">
            <a:avLst/>
          </a:prstGeom>
          <a:noFill/>
          <a:ln w="28575" cap="flat" cmpd="sng" algn="ctr">
            <a:solidFill>
              <a:srgbClr val="2B31F4"/>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a:ln>
                <a:noFill/>
              </a:ln>
              <a:solidFill>
                <a:schemeClr val="tx1"/>
              </a:solidFill>
              <a:effectLst/>
              <a:latin typeface="Arial" charset="0"/>
              <a:ea typeface="华文楷体" pitchFamily="2" charset="-122"/>
            </a:endParaRPr>
          </a:p>
        </p:txBody>
      </p:sp>
      <p:sp>
        <p:nvSpPr>
          <p:cNvPr id="11" name="矩形 10">
            <a:extLst>
              <a:ext uri="{FF2B5EF4-FFF2-40B4-BE49-F238E27FC236}">
                <a16:creationId xmlns:a16="http://schemas.microsoft.com/office/drawing/2014/main" id="{FA9CFB15-609D-C867-B9AA-CDE9168C12FE}"/>
              </a:ext>
            </a:extLst>
          </p:cNvPr>
          <p:cNvSpPr/>
          <p:nvPr/>
        </p:nvSpPr>
        <p:spPr bwMode="auto">
          <a:xfrm>
            <a:off x="3409693" y="1124924"/>
            <a:ext cx="1943358" cy="312641"/>
          </a:xfrm>
          <a:prstGeom prst="rect">
            <a:avLst/>
          </a:prstGeom>
          <a:noFill/>
          <a:ln w="28575" cap="flat" cmpd="sng" algn="ctr">
            <a:solidFill>
              <a:srgbClr val="2B31F4"/>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a:ln>
                <a:noFill/>
              </a:ln>
              <a:solidFill>
                <a:schemeClr val="tx1"/>
              </a:solidFill>
              <a:effectLst/>
              <a:latin typeface="Arial" charset="0"/>
              <a:ea typeface="华文楷体" pitchFamily="2" charset="-122"/>
            </a:endParaRPr>
          </a:p>
        </p:txBody>
      </p:sp>
      <p:sp>
        <p:nvSpPr>
          <p:cNvPr id="13" name="矩形 12">
            <a:extLst>
              <a:ext uri="{FF2B5EF4-FFF2-40B4-BE49-F238E27FC236}">
                <a16:creationId xmlns:a16="http://schemas.microsoft.com/office/drawing/2014/main" id="{20929F57-50BA-09FC-2675-734D30F3CB5E}"/>
              </a:ext>
            </a:extLst>
          </p:cNvPr>
          <p:cNvSpPr/>
          <p:nvPr/>
        </p:nvSpPr>
        <p:spPr bwMode="auto">
          <a:xfrm>
            <a:off x="3373975" y="2010469"/>
            <a:ext cx="3103026" cy="312641"/>
          </a:xfrm>
          <a:prstGeom prst="rect">
            <a:avLst/>
          </a:prstGeom>
          <a:noFill/>
          <a:ln w="28575" cap="flat" cmpd="sng" algn="ctr">
            <a:solidFill>
              <a:srgbClr val="2B31F4"/>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a:ln>
                <a:noFill/>
              </a:ln>
              <a:solidFill>
                <a:schemeClr val="tx1"/>
              </a:solidFill>
              <a:effectLst/>
              <a:latin typeface="Arial" charset="0"/>
              <a:ea typeface="华文楷体" pitchFamily="2" charset="-122"/>
            </a:endParaRPr>
          </a:p>
        </p:txBody>
      </p:sp>
      <p:sp>
        <p:nvSpPr>
          <p:cNvPr id="18" name="文字方塊 17">
            <a:extLst>
              <a:ext uri="{FF2B5EF4-FFF2-40B4-BE49-F238E27FC236}">
                <a16:creationId xmlns:a16="http://schemas.microsoft.com/office/drawing/2014/main" id="{4C8A7AF6-6FF7-95EF-1F5D-4CFA664EEF2A}"/>
              </a:ext>
            </a:extLst>
          </p:cNvPr>
          <p:cNvSpPr txBox="1"/>
          <p:nvPr/>
        </p:nvSpPr>
        <p:spPr>
          <a:xfrm>
            <a:off x="3477940" y="1081367"/>
            <a:ext cx="377026" cy="369332"/>
          </a:xfrm>
          <a:prstGeom prst="rect">
            <a:avLst/>
          </a:prstGeom>
          <a:noFill/>
        </p:spPr>
        <p:txBody>
          <a:bodyPr wrap="none" rtlCol="0">
            <a:spAutoFit/>
          </a:bodyPr>
          <a:lstStyle/>
          <a:p>
            <a:r>
              <a:rPr lang="en-US" altLang="zh-TW" sz="1800" dirty="0">
                <a:solidFill>
                  <a:srgbClr val="2B31F4"/>
                </a:solidFill>
              </a:rPr>
              <a:t>1.</a:t>
            </a:r>
            <a:endParaRPr lang="zh-TW" altLang="en-US" sz="1800" dirty="0">
              <a:solidFill>
                <a:srgbClr val="2B31F4"/>
              </a:solidFill>
            </a:endParaRPr>
          </a:p>
        </p:txBody>
      </p:sp>
      <p:sp>
        <p:nvSpPr>
          <p:cNvPr id="19" name="文字方塊 18">
            <a:extLst>
              <a:ext uri="{FF2B5EF4-FFF2-40B4-BE49-F238E27FC236}">
                <a16:creationId xmlns:a16="http://schemas.microsoft.com/office/drawing/2014/main" id="{38F0E057-3CEE-B44D-0B0F-6B9BAFC4B419}"/>
              </a:ext>
            </a:extLst>
          </p:cNvPr>
          <p:cNvSpPr txBox="1"/>
          <p:nvPr/>
        </p:nvSpPr>
        <p:spPr>
          <a:xfrm>
            <a:off x="1713366" y="1475206"/>
            <a:ext cx="324984" cy="369332"/>
          </a:xfrm>
          <a:prstGeom prst="rect">
            <a:avLst/>
          </a:prstGeom>
          <a:noFill/>
        </p:spPr>
        <p:txBody>
          <a:bodyPr wrap="square" rtlCol="0">
            <a:spAutoFit/>
          </a:bodyPr>
          <a:lstStyle/>
          <a:p>
            <a:r>
              <a:rPr lang="en-US" altLang="zh-TW" sz="1800" dirty="0">
                <a:solidFill>
                  <a:srgbClr val="2B31F4"/>
                </a:solidFill>
              </a:rPr>
              <a:t>2.</a:t>
            </a:r>
            <a:endParaRPr lang="zh-TW" altLang="en-US" sz="1800" dirty="0">
              <a:solidFill>
                <a:srgbClr val="2B31F4"/>
              </a:solidFill>
            </a:endParaRPr>
          </a:p>
        </p:txBody>
      </p:sp>
      <p:sp>
        <p:nvSpPr>
          <p:cNvPr id="20" name="文字方塊 19">
            <a:extLst>
              <a:ext uri="{FF2B5EF4-FFF2-40B4-BE49-F238E27FC236}">
                <a16:creationId xmlns:a16="http://schemas.microsoft.com/office/drawing/2014/main" id="{DE1315EE-6711-8909-B307-F02C6827D7B5}"/>
              </a:ext>
            </a:extLst>
          </p:cNvPr>
          <p:cNvSpPr txBox="1"/>
          <p:nvPr/>
        </p:nvSpPr>
        <p:spPr>
          <a:xfrm>
            <a:off x="3409693" y="1972828"/>
            <a:ext cx="377026" cy="369332"/>
          </a:xfrm>
          <a:prstGeom prst="rect">
            <a:avLst/>
          </a:prstGeom>
          <a:noFill/>
        </p:spPr>
        <p:txBody>
          <a:bodyPr wrap="none" rtlCol="0">
            <a:spAutoFit/>
          </a:bodyPr>
          <a:lstStyle/>
          <a:p>
            <a:r>
              <a:rPr lang="en-US" altLang="zh-TW" sz="1800" dirty="0">
                <a:solidFill>
                  <a:srgbClr val="2B31F4"/>
                </a:solidFill>
              </a:rPr>
              <a:t>3.</a:t>
            </a:r>
            <a:endParaRPr lang="zh-TW" altLang="en-US" sz="1800" dirty="0">
              <a:solidFill>
                <a:srgbClr val="2B31F4"/>
              </a:solidFill>
            </a:endParaRPr>
          </a:p>
        </p:txBody>
      </p:sp>
      <p:sp>
        <p:nvSpPr>
          <p:cNvPr id="23" name="矩形 22">
            <a:extLst>
              <a:ext uri="{FF2B5EF4-FFF2-40B4-BE49-F238E27FC236}">
                <a16:creationId xmlns:a16="http://schemas.microsoft.com/office/drawing/2014/main" id="{C069A213-456B-E13D-587F-C4C84F0A34DB}"/>
              </a:ext>
            </a:extLst>
          </p:cNvPr>
          <p:cNvSpPr/>
          <p:nvPr/>
        </p:nvSpPr>
        <p:spPr bwMode="auto">
          <a:xfrm>
            <a:off x="3373975" y="2361466"/>
            <a:ext cx="3188750" cy="819884"/>
          </a:xfrm>
          <a:prstGeom prst="rect">
            <a:avLst/>
          </a:prstGeom>
          <a:noFill/>
          <a:ln w="28575" cap="flat" cmpd="sng" algn="ctr">
            <a:solidFill>
              <a:srgbClr val="2B31F4"/>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a:ln>
                <a:noFill/>
              </a:ln>
              <a:solidFill>
                <a:schemeClr val="tx1"/>
              </a:solidFill>
              <a:effectLst/>
              <a:latin typeface="Arial" charset="0"/>
              <a:ea typeface="华文楷体" pitchFamily="2" charset="-122"/>
            </a:endParaRPr>
          </a:p>
        </p:txBody>
      </p:sp>
      <p:sp>
        <p:nvSpPr>
          <p:cNvPr id="24" name="文字方塊 23">
            <a:extLst>
              <a:ext uri="{FF2B5EF4-FFF2-40B4-BE49-F238E27FC236}">
                <a16:creationId xmlns:a16="http://schemas.microsoft.com/office/drawing/2014/main" id="{D2FDDAA0-5DCA-C176-A06A-A65437448E4C}"/>
              </a:ext>
            </a:extLst>
          </p:cNvPr>
          <p:cNvSpPr txBox="1"/>
          <p:nvPr/>
        </p:nvSpPr>
        <p:spPr>
          <a:xfrm>
            <a:off x="3409693" y="2367540"/>
            <a:ext cx="377026" cy="369332"/>
          </a:xfrm>
          <a:prstGeom prst="rect">
            <a:avLst/>
          </a:prstGeom>
          <a:noFill/>
        </p:spPr>
        <p:txBody>
          <a:bodyPr wrap="none" rtlCol="0">
            <a:spAutoFit/>
          </a:bodyPr>
          <a:lstStyle/>
          <a:p>
            <a:r>
              <a:rPr lang="en-US" altLang="zh-TW" sz="1800" dirty="0">
                <a:solidFill>
                  <a:srgbClr val="2B31F4"/>
                </a:solidFill>
              </a:rPr>
              <a:t>4.</a:t>
            </a:r>
            <a:endParaRPr lang="zh-TW" altLang="en-US" sz="1800" dirty="0">
              <a:solidFill>
                <a:srgbClr val="2B31F4"/>
              </a:solidFill>
            </a:endParaRPr>
          </a:p>
        </p:txBody>
      </p:sp>
      <p:sp>
        <p:nvSpPr>
          <p:cNvPr id="25" name="矩形 24">
            <a:extLst>
              <a:ext uri="{FF2B5EF4-FFF2-40B4-BE49-F238E27FC236}">
                <a16:creationId xmlns:a16="http://schemas.microsoft.com/office/drawing/2014/main" id="{774299FA-6C4E-214F-5B9D-2F297132FB5C}"/>
              </a:ext>
            </a:extLst>
          </p:cNvPr>
          <p:cNvSpPr/>
          <p:nvPr/>
        </p:nvSpPr>
        <p:spPr bwMode="auto">
          <a:xfrm>
            <a:off x="3373975" y="3246693"/>
            <a:ext cx="3188750" cy="449007"/>
          </a:xfrm>
          <a:prstGeom prst="rect">
            <a:avLst/>
          </a:prstGeom>
          <a:noFill/>
          <a:ln w="28575" cap="flat" cmpd="sng" algn="ctr">
            <a:solidFill>
              <a:srgbClr val="2B31F4"/>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a:ln>
                <a:noFill/>
              </a:ln>
              <a:solidFill>
                <a:schemeClr val="tx1"/>
              </a:solidFill>
              <a:effectLst/>
              <a:latin typeface="Arial" charset="0"/>
              <a:ea typeface="华文楷体" pitchFamily="2" charset="-122"/>
            </a:endParaRPr>
          </a:p>
        </p:txBody>
      </p:sp>
      <p:sp>
        <p:nvSpPr>
          <p:cNvPr id="26" name="文字方塊 25">
            <a:extLst>
              <a:ext uri="{FF2B5EF4-FFF2-40B4-BE49-F238E27FC236}">
                <a16:creationId xmlns:a16="http://schemas.microsoft.com/office/drawing/2014/main" id="{5AF33D22-0DF0-6036-1863-6F34AE76700D}"/>
              </a:ext>
            </a:extLst>
          </p:cNvPr>
          <p:cNvSpPr txBox="1"/>
          <p:nvPr/>
        </p:nvSpPr>
        <p:spPr>
          <a:xfrm>
            <a:off x="3409693" y="3218923"/>
            <a:ext cx="377026" cy="369332"/>
          </a:xfrm>
          <a:prstGeom prst="rect">
            <a:avLst/>
          </a:prstGeom>
          <a:noFill/>
        </p:spPr>
        <p:txBody>
          <a:bodyPr wrap="none" rtlCol="0">
            <a:spAutoFit/>
          </a:bodyPr>
          <a:lstStyle/>
          <a:p>
            <a:r>
              <a:rPr lang="en-US" altLang="zh-TW" sz="1800" dirty="0">
                <a:solidFill>
                  <a:srgbClr val="2B31F4"/>
                </a:solidFill>
              </a:rPr>
              <a:t>5.</a:t>
            </a:r>
            <a:endParaRPr lang="zh-TW" altLang="en-US" sz="1800" dirty="0">
              <a:solidFill>
                <a:srgbClr val="2B31F4"/>
              </a:solidFill>
            </a:endParaRPr>
          </a:p>
        </p:txBody>
      </p:sp>
      <p:sp>
        <p:nvSpPr>
          <p:cNvPr id="3" name="文字方塊 2">
            <a:extLst>
              <a:ext uri="{FF2B5EF4-FFF2-40B4-BE49-F238E27FC236}">
                <a16:creationId xmlns:a16="http://schemas.microsoft.com/office/drawing/2014/main" id="{B1BF830E-1285-AC0C-CC53-AA5E1A980A6D}"/>
              </a:ext>
            </a:extLst>
          </p:cNvPr>
          <p:cNvSpPr txBox="1"/>
          <p:nvPr/>
        </p:nvSpPr>
        <p:spPr>
          <a:xfrm>
            <a:off x="9424086" y="2664925"/>
            <a:ext cx="1454244" cy="1107996"/>
          </a:xfrm>
          <a:prstGeom prst="rect">
            <a:avLst/>
          </a:prstGeom>
          <a:solidFill>
            <a:srgbClr val="92D050"/>
          </a:solidFill>
        </p:spPr>
        <p:txBody>
          <a:bodyPr wrap="none" rtlCol="0">
            <a:spAutoFit/>
          </a:bodyPr>
          <a:lstStyle/>
          <a:p>
            <a:r>
              <a:rPr lang="en-US" altLang="zh-TW" sz="6600" dirty="0">
                <a:solidFill>
                  <a:schemeClr val="bg1"/>
                </a:solidFill>
              </a:rPr>
              <a:t>OK</a:t>
            </a:r>
            <a:endParaRPr lang="zh-TW" altLang="en-US" sz="6600" dirty="0">
              <a:solidFill>
                <a:schemeClr val="bg1"/>
              </a:solidFill>
            </a:endParaRPr>
          </a:p>
        </p:txBody>
      </p:sp>
    </p:spTree>
    <p:extLst>
      <p:ext uri="{BB962C8B-B14F-4D97-AF65-F5344CB8AC3E}">
        <p14:creationId xmlns:p14="http://schemas.microsoft.com/office/powerpoint/2010/main" val="3958542818"/>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9CAB29D-AF3F-9346-B955-279AC2CD3C92}"/>
              </a:ext>
            </a:extLst>
          </p:cNvPr>
          <p:cNvSpPr>
            <a:spLocks noGrp="1"/>
          </p:cNvSpPr>
          <p:nvPr>
            <p:ph type="title"/>
          </p:nvPr>
        </p:nvSpPr>
        <p:spPr/>
        <p:txBody>
          <a:bodyPr/>
          <a:lstStyle/>
          <a:p>
            <a:r>
              <a:rPr kumimoji="1" lang="zh-CN" altLang="en-US" b="1" dirty="0"/>
              <a:t>帳戶優惠</a:t>
            </a:r>
            <a:r>
              <a:rPr kumimoji="1" lang="en-US" altLang="zh-TW" sz="1800" b="1" dirty="0">
                <a:solidFill>
                  <a:schemeClr val="tx1">
                    <a:lumMod val="50000"/>
                    <a:lumOff val="50000"/>
                  </a:schemeClr>
                </a:solidFill>
              </a:rPr>
              <a:t>(0</a:t>
            </a:r>
            <a:r>
              <a:rPr kumimoji="1" lang="zh-TW" altLang="en-US" sz="1800" b="1" dirty="0">
                <a:solidFill>
                  <a:schemeClr val="tx1">
                    <a:lumMod val="50000"/>
                    <a:lumOff val="50000"/>
                  </a:schemeClr>
                </a:solidFill>
              </a:rPr>
              <a:t>元後方</a:t>
            </a:r>
            <a:r>
              <a:rPr kumimoji="1" lang="en-US" altLang="zh-TW" sz="1800" b="1" dirty="0">
                <a:solidFill>
                  <a:schemeClr val="tx1">
                    <a:lumMod val="50000"/>
                    <a:lumOff val="50000"/>
                  </a:schemeClr>
                </a:solidFill>
              </a:rPr>
              <a:t>+</a:t>
            </a:r>
            <a:r>
              <a:rPr kumimoji="1" lang="zh-TW" altLang="en-US" sz="1800" b="1" dirty="0">
                <a:solidFill>
                  <a:schemeClr val="tx1">
                    <a:lumMod val="50000"/>
                    <a:lumOff val="50000"/>
                  </a:schemeClr>
                </a:solidFill>
              </a:rPr>
              <a:t>「起」</a:t>
            </a:r>
            <a:r>
              <a:rPr kumimoji="1" lang="en-US" altLang="zh-TW" sz="1800" b="1" dirty="0">
                <a:solidFill>
                  <a:schemeClr val="tx1">
                    <a:lumMod val="50000"/>
                    <a:lumOff val="50000"/>
                  </a:schemeClr>
                </a:solidFill>
              </a:rPr>
              <a:t>)</a:t>
            </a:r>
            <a:endParaRPr kumimoji="1" lang="zh-TW" altLang="en-US" sz="1800" b="1" dirty="0"/>
          </a:p>
        </p:txBody>
      </p:sp>
      <p:pic>
        <p:nvPicPr>
          <p:cNvPr id="7" name="圖片 6">
            <a:extLst>
              <a:ext uri="{FF2B5EF4-FFF2-40B4-BE49-F238E27FC236}">
                <a16:creationId xmlns:a16="http://schemas.microsoft.com/office/drawing/2014/main" id="{6FB3BBF8-E867-693B-C652-0530E878B48F}"/>
              </a:ext>
            </a:extLst>
          </p:cNvPr>
          <p:cNvPicPr>
            <a:picLocks noChangeAspect="1"/>
          </p:cNvPicPr>
          <p:nvPr/>
        </p:nvPicPr>
        <p:blipFill>
          <a:blip r:embed="rId2"/>
          <a:stretch>
            <a:fillRect/>
          </a:stretch>
        </p:blipFill>
        <p:spPr>
          <a:xfrm>
            <a:off x="0" y="835585"/>
            <a:ext cx="8658225" cy="3416978"/>
          </a:xfrm>
          <a:prstGeom prst="rect">
            <a:avLst/>
          </a:prstGeom>
        </p:spPr>
      </p:pic>
      <p:sp>
        <p:nvSpPr>
          <p:cNvPr id="3" name="矩形 2">
            <a:extLst>
              <a:ext uri="{FF2B5EF4-FFF2-40B4-BE49-F238E27FC236}">
                <a16:creationId xmlns:a16="http://schemas.microsoft.com/office/drawing/2014/main" id="{58BC925A-3765-29CC-4708-2EED18673DC4}"/>
              </a:ext>
            </a:extLst>
          </p:cNvPr>
          <p:cNvSpPr/>
          <p:nvPr/>
        </p:nvSpPr>
        <p:spPr bwMode="auto">
          <a:xfrm>
            <a:off x="5295900" y="2774253"/>
            <a:ext cx="373380" cy="449007"/>
          </a:xfrm>
          <a:prstGeom prst="rect">
            <a:avLst/>
          </a:prstGeom>
          <a:noFill/>
          <a:ln w="28575" cap="flat" cmpd="sng" algn="ctr">
            <a:solidFill>
              <a:srgbClr val="2B31F4"/>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a:ln>
                <a:noFill/>
              </a:ln>
              <a:solidFill>
                <a:schemeClr val="tx1"/>
              </a:solidFill>
              <a:effectLst/>
              <a:latin typeface="Arial" charset="0"/>
              <a:ea typeface="华文楷体" pitchFamily="2" charset="-122"/>
            </a:endParaRPr>
          </a:p>
        </p:txBody>
      </p:sp>
      <p:sp>
        <p:nvSpPr>
          <p:cNvPr id="5" name="文字方塊 4">
            <a:extLst>
              <a:ext uri="{FF2B5EF4-FFF2-40B4-BE49-F238E27FC236}">
                <a16:creationId xmlns:a16="http://schemas.microsoft.com/office/drawing/2014/main" id="{7E8D6773-143D-D3F0-1784-5B0075796133}"/>
              </a:ext>
            </a:extLst>
          </p:cNvPr>
          <p:cNvSpPr txBox="1"/>
          <p:nvPr/>
        </p:nvSpPr>
        <p:spPr>
          <a:xfrm>
            <a:off x="5295901" y="3288347"/>
            <a:ext cx="678656" cy="276999"/>
          </a:xfrm>
          <a:prstGeom prst="rect">
            <a:avLst/>
          </a:prstGeom>
          <a:solidFill>
            <a:srgbClr val="FDF3DB"/>
          </a:solidFill>
        </p:spPr>
        <p:txBody>
          <a:bodyPr wrap="square" rtlCol="0">
            <a:spAutoFit/>
          </a:bodyPr>
          <a:lstStyle>
            <a:defPPr>
              <a:defRPr lang="en-US"/>
            </a:defPPr>
            <a:lvl1pPr>
              <a:defRPr sz="1200" b="0">
                <a:latin typeface="微軟正黑體" panose="020B0604030504040204" pitchFamily="34" charset="-120"/>
                <a:ea typeface="微軟正黑體" panose="020B0604030504040204" pitchFamily="34" charset="-120"/>
              </a:defRPr>
            </a:lvl1pPr>
          </a:lstStyle>
          <a:p>
            <a:r>
              <a:rPr lang="en-US" altLang="zh-TW" dirty="0"/>
              <a:t>0</a:t>
            </a:r>
            <a:r>
              <a:rPr lang="zh-TW" altLang="en-US" dirty="0"/>
              <a:t>元起，</a:t>
            </a:r>
          </a:p>
        </p:txBody>
      </p:sp>
      <p:sp>
        <p:nvSpPr>
          <p:cNvPr id="4" name="文字方塊 3">
            <a:extLst>
              <a:ext uri="{FF2B5EF4-FFF2-40B4-BE49-F238E27FC236}">
                <a16:creationId xmlns:a16="http://schemas.microsoft.com/office/drawing/2014/main" id="{224A54B8-63F9-881E-7BCC-D2B191923DD1}"/>
              </a:ext>
            </a:extLst>
          </p:cNvPr>
          <p:cNvSpPr txBox="1"/>
          <p:nvPr/>
        </p:nvSpPr>
        <p:spPr>
          <a:xfrm>
            <a:off x="9226378" y="4893277"/>
            <a:ext cx="1454244" cy="1107996"/>
          </a:xfrm>
          <a:prstGeom prst="rect">
            <a:avLst/>
          </a:prstGeom>
          <a:solidFill>
            <a:srgbClr val="92D050"/>
          </a:solidFill>
        </p:spPr>
        <p:txBody>
          <a:bodyPr wrap="none" rtlCol="0">
            <a:spAutoFit/>
          </a:bodyPr>
          <a:lstStyle/>
          <a:p>
            <a:r>
              <a:rPr lang="en-US" altLang="zh-TW" sz="6600" dirty="0">
                <a:solidFill>
                  <a:schemeClr val="bg1"/>
                </a:solidFill>
              </a:rPr>
              <a:t>OK</a:t>
            </a:r>
            <a:endParaRPr lang="zh-TW" altLang="en-US" sz="6600" dirty="0">
              <a:solidFill>
                <a:schemeClr val="bg1"/>
              </a:solidFill>
            </a:endParaRPr>
          </a:p>
        </p:txBody>
      </p:sp>
    </p:spTree>
    <p:extLst>
      <p:ext uri="{BB962C8B-B14F-4D97-AF65-F5344CB8AC3E}">
        <p14:creationId xmlns:p14="http://schemas.microsoft.com/office/powerpoint/2010/main" val="49715041"/>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9CAB29D-AF3F-9346-B955-279AC2CD3C92}"/>
              </a:ext>
            </a:extLst>
          </p:cNvPr>
          <p:cNvSpPr>
            <a:spLocks noGrp="1"/>
          </p:cNvSpPr>
          <p:nvPr>
            <p:ph type="title"/>
          </p:nvPr>
        </p:nvSpPr>
        <p:spPr/>
        <p:txBody>
          <a:bodyPr/>
          <a:lstStyle/>
          <a:p>
            <a:r>
              <a:rPr kumimoji="1" lang="zh-CN" altLang="en-US" b="1" dirty="0"/>
              <a:t>優惠</a:t>
            </a:r>
            <a:r>
              <a:rPr kumimoji="1" lang="zh-TW" altLang="en-US" b="1" dirty="0"/>
              <a:t>方案注意事項</a:t>
            </a:r>
            <a:r>
              <a:rPr kumimoji="1" lang="en-US" altLang="zh-TW" sz="1800" b="1" dirty="0">
                <a:solidFill>
                  <a:schemeClr val="tx1">
                    <a:lumMod val="50000"/>
                    <a:lumOff val="50000"/>
                  </a:schemeClr>
                </a:solidFill>
              </a:rPr>
              <a:t>(1.</a:t>
            </a:r>
            <a:r>
              <a:rPr kumimoji="1" lang="zh-TW" altLang="en-US" sz="1800" b="1" dirty="0">
                <a:solidFill>
                  <a:schemeClr val="tx1">
                    <a:lumMod val="50000"/>
                    <a:lumOff val="50000"/>
                  </a:schemeClr>
                </a:solidFill>
              </a:rPr>
              <a:t>光箱缺右上角 </a:t>
            </a:r>
            <a:r>
              <a:rPr kumimoji="1" lang="en-US" altLang="zh-TW" sz="1800" b="1" dirty="0">
                <a:solidFill>
                  <a:schemeClr val="tx1">
                    <a:lumMod val="50000"/>
                    <a:lumOff val="50000"/>
                  </a:schemeClr>
                </a:solidFill>
              </a:rPr>
              <a:t>X </a:t>
            </a:r>
            <a:r>
              <a:rPr kumimoji="1" lang="zh-TW" altLang="en-US" sz="1800" b="1" dirty="0">
                <a:solidFill>
                  <a:schemeClr val="tx1">
                    <a:lumMod val="50000"/>
                    <a:lumOff val="50000"/>
                  </a:schemeClr>
                </a:solidFill>
              </a:rPr>
              <a:t>、</a:t>
            </a:r>
            <a:r>
              <a:rPr kumimoji="1" lang="en-US" altLang="zh-TW" sz="1800" b="1" dirty="0">
                <a:solidFill>
                  <a:schemeClr val="tx1">
                    <a:lumMod val="50000"/>
                    <a:lumOff val="50000"/>
                  </a:schemeClr>
                </a:solidFill>
              </a:rPr>
              <a:t> 2.</a:t>
            </a:r>
            <a:r>
              <a:rPr kumimoji="1" lang="zh-TW" altLang="en-US" sz="1800" b="1" dirty="0">
                <a:solidFill>
                  <a:schemeClr val="tx1">
                    <a:lumMod val="50000"/>
                    <a:lumOff val="50000"/>
                  </a:schemeClr>
                </a:solidFill>
              </a:rPr>
              <a:t>優惠方案注意事項字體與原設計不同</a:t>
            </a:r>
            <a:r>
              <a:rPr kumimoji="1" lang="en-US" altLang="zh-TW" sz="1800" b="1" dirty="0">
                <a:solidFill>
                  <a:schemeClr val="tx1">
                    <a:lumMod val="50000"/>
                    <a:lumOff val="50000"/>
                  </a:schemeClr>
                </a:solidFill>
              </a:rPr>
              <a:t>)</a:t>
            </a:r>
            <a:endParaRPr kumimoji="1" lang="zh-TW" altLang="en-US" sz="1800" b="1" dirty="0"/>
          </a:p>
        </p:txBody>
      </p:sp>
      <p:pic>
        <p:nvPicPr>
          <p:cNvPr id="4" name="圖片 3">
            <a:extLst>
              <a:ext uri="{FF2B5EF4-FFF2-40B4-BE49-F238E27FC236}">
                <a16:creationId xmlns:a16="http://schemas.microsoft.com/office/drawing/2014/main" id="{2957BA33-3B78-09B4-2461-1DBAE867060C}"/>
              </a:ext>
            </a:extLst>
          </p:cNvPr>
          <p:cNvPicPr>
            <a:picLocks noChangeAspect="1"/>
          </p:cNvPicPr>
          <p:nvPr/>
        </p:nvPicPr>
        <p:blipFill>
          <a:blip r:embed="rId2"/>
          <a:stretch>
            <a:fillRect/>
          </a:stretch>
        </p:blipFill>
        <p:spPr>
          <a:xfrm>
            <a:off x="7154317" y="4302534"/>
            <a:ext cx="4794796" cy="2096881"/>
          </a:xfrm>
          <a:prstGeom prst="rect">
            <a:avLst/>
          </a:prstGeom>
          <a:ln w="19050">
            <a:solidFill>
              <a:srgbClr val="FF0000"/>
            </a:solidFill>
            <a:prstDash val="dash"/>
          </a:ln>
        </p:spPr>
      </p:pic>
      <p:pic>
        <p:nvPicPr>
          <p:cNvPr id="10" name="圖片 9">
            <a:extLst>
              <a:ext uri="{FF2B5EF4-FFF2-40B4-BE49-F238E27FC236}">
                <a16:creationId xmlns:a16="http://schemas.microsoft.com/office/drawing/2014/main" id="{3E29A682-AAD6-1800-0908-54F21E8DEF95}"/>
              </a:ext>
            </a:extLst>
          </p:cNvPr>
          <p:cNvPicPr>
            <a:picLocks noChangeAspect="1"/>
          </p:cNvPicPr>
          <p:nvPr/>
        </p:nvPicPr>
        <p:blipFill>
          <a:blip r:embed="rId3"/>
          <a:stretch>
            <a:fillRect/>
          </a:stretch>
        </p:blipFill>
        <p:spPr>
          <a:xfrm>
            <a:off x="358605" y="878297"/>
            <a:ext cx="6042195" cy="5742870"/>
          </a:xfrm>
          <a:prstGeom prst="rect">
            <a:avLst/>
          </a:prstGeom>
        </p:spPr>
      </p:pic>
      <p:pic>
        <p:nvPicPr>
          <p:cNvPr id="12" name="圖片 11">
            <a:extLst>
              <a:ext uri="{FF2B5EF4-FFF2-40B4-BE49-F238E27FC236}">
                <a16:creationId xmlns:a16="http://schemas.microsoft.com/office/drawing/2014/main" id="{03863D43-EE33-48CC-4374-F98CCDD5D7CE}"/>
              </a:ext>
            </a:extLst>
          </p:cNvPr>
          <p:cNvPicPr>
            <a:picLocks noChangeAspect="1"/>
          </p:cNvPicPr>
          <p:nvPr/>
        </p:nvPicPr>
        <p:blipFill>
          <a:blip r:embed="rId4"/>
          <a:stretch>
            <a:fillRect/>
          </a:stretch>
        </p:blipFill>
        <p:spPr>
          <a:xfrm>
            <a:off x="7803356" y="1090262"/>
            <a:ext cx="550845" cy="452480"/>
          </a:xfrm>
          <a:prstGeom prst="rect">
            <a:avLst/>
          </a:prstGeom>
          <a:ln w="19050">
            <a:solidFill>
              <a:srgbClr val="FF0000"/>
            </a:solidFill>
            <a:prstDash val="dash"/>
          </a:ln>
        </p:spPr>
      </p:pic>
      <p:cxnSp>
        <p:nvCxnSpPr>
          <p:cNvPr id="14" name="直線單箭頭接點 13">
            <a:extLst>
              <a:ext uri="{FF2B5EF4-FFF2-40B4-BE49-F238E27FC236}">
                <a16:creationId xmlns:a16="http://schemas.microsoft.com/office/drawing/2014/main" id="{41171879-702C-7C72-4021-43E86796B7EB}"/>
              </a:ext>
            </a:extLst>
          </p:cNvPr>
          <p:cNvCxnSpPr>
            <a:cxnSpLocks/>
          </p:cNvCxnSpPr>
          <p:nvPr/>
        </p:nvCxnSpPr>
        <p:spPr bwMode="auto">
          <a:xfrm flipH="1">
            <a:off x="5974556" y="1308264"/>
            <a:ext cx="1828800" cy="0"/>
          </a:xfrm>
          <a:prstGeom prst="straightConnector1">
            <a:avLst/>
          </a:prstGeom>
          <a:solidFill>
            <a:schemeClr val="accent1"/>
          </a:solidFill>
          <a:ln w="9525" cap="flat" cmpd="sng" algn="ctr">
            <a:solidFill>
              <a:srgbClr val="2B31F4"/>
            </a:solidFill>
            <a:prstDash val="solid"/>
            <a:round/>
            <a:headEnd type="none" w="med" len="med"/>
            <a:tailEnd type="triangle"/>
          </a:ln>
          <a:effectLst/>
        </p:spPr>
      </p:cxnSp>
      <p:sp>
        <p:nvSpPr>
          <p:cNvPr id="15" name="文字方塊 14">
            <a:extLst>
              <a:ext uri="{FF2B5EF4-FFF2-40B4-BE49-F238E27FC236}">
                <a16:creationId xmlns:a16="http://schemas.microsoft.com/office/drawing/2014/main" id="{C322954F-C3F4-CB1B-BA59-25620F4A9F14}"/>
              </a:ext>
            </a:extLst>
          </p:cNvPr>
          <p:cNvSpPr txBox="1"/>
          <p:nvPr/>
        </p:nvSpPr>
        <p:spPr>
          <a:xfrm>
            <a:off x="5597530" y="1131836"/>
            <a:ext cx="377026" cy="369332"/>
          </a:xfrm>
          <a:prstGeom prst="rect">
            <a:avLst/>
          </a:prstGeom>
          <a:noFill/>
        </p:spPr>
        <p:txBody>
          <a:bodyPr wrap="none" rtlCol="0">
            <a:spAutoFit/>
          </a:bodyPr>
          <a:lstStyle/>
          <a:p>
            <a:r>
              <a:rPr lang="en-US" altLang="zh-TW" sz="1800" dirty="0">
                <a:solidFill>
                  <a:srgbClr val="2B31F4"/>
                </a:solidFill>
              </a:rPr>
              <a:t>1.</a:t>
            </a:r>
            <a:endParaRPr lang="zh-TW" altLang="en-US" sz="1800" dirty="0">
              <a:solidFill>
                <a:srgbClr val="2B31F4"/>
              </a:solidFill>
            </a:endParaRPr>
          </a:p>
        </p:txBody>
      </p:sp>
      <p:sp>
        <p:nvSpPr>
          <p:cNvPr id="16" name="文字方塊 15">
            <a:extLst>
              <a:ext uri="{FF2B5EF4-FFF2-40B4-BE49-F238E27FC236}">
                <a16:creationId xmlns:a16="http://schemas.microsoft.com/office/drawing/2014/main" id="{6CDE3DD1-87F1-EA71-9FCB-84EEE6461DB1}"/>
              </a:ext>
            </a:extLst>
          </p:cNvPr>
          <p:cNvSpPr txBox="1"/>
          <p:nvPr/>
        </p:nvSpPr>
        <p:spPr>
          <a:xfrm>
            <a:off x="1853433" y="1196571"/>
            <a:ext cx="377026" cy="369332"/>
          </a:xfrm>
          <a:prstGeom prst="rect">
            <a:avLst/>
          </a:prstGeom>
          <a:noFill/>
        </p:spPr>
        <p:txBody>
          <a:bodyPr wrap="none" rtlCol="0">
            <a:spAutoFit/>
          </a:bodyPr>
          <a:lstStyle/>
          <a:p>
            <a:r>
              <a:rPr lang="en-US" altLang="zh-TW" sz="1800" dirty="0">
                <a:solidFill>
                  <a:srgbClr val="2B31F4"/>
                </a:solidFill>
              </a:rPr>
              <a:t>2.</a:t>
            </a:r>
            <a:endParaRPr lang="zh-TW" altLang="en-US" sz="1800" dirty="0">
              <a:solidFill>
                <a:srgbClr val="2B31F4"/>
              </a:solidFill>
            </a:endParaRPr>
          </a:p>
        </p:txBody>
      </p:sp>
      <p:sp>
        <p:nvSpPr>
          <p:cNvPr id="3" name="文字方塊 2">
            <a:extLst>
              <a:ext uri="{FF2B5EF4-FFF2-40B4-BE49-F238E27FC236}">
                <a16:creationId xmlns:a16="http://schemas.microsoft.com/office/drawing/2014/main" id="{52B342D2-0605-B6CB-0E4B-FB6C1B6B61C7}"/>
              </a:ext>
            </a:extLst>
          </p:cNvPr>
          <p:cNvSpPr txBox="1"/>
          <p:nvPr/>
        </p:nvSpPr>
        <p:spPr>
          <a:xfrm>
            <a:off x="8666205" y="2418940"/>
            <a:ext cx="1454244" cy="1107996"/>
          </a:xfrm>
          <a:prstGeom prst="rect">
            <a:avLst/>
          </a:prstGeom>
          <a:solidFill>
            <a:srgbClr val="92D050"/>
          </a:solidFill>
        </p:spPr>
        <p:txBody>
          <a:bodyPr wrap="none" rtlCol="0">
            <a:spAutoFit/>
          </a:bodyPr>
          <a:lstStyle/>
          <a:p>
            <a:r>
              <a:rPr lang="en-US" altLang="zh-TW" sz="6600" dirty="0">
                <a:solidFill>
                  <a:schemeClr val="bg1"/>
                </a:solidFill>
              </a:rPr>
              <a:t>OK</a:t>
            </a:r>
            <a:endParaRPr lang="zh-TW" altLang="en-US" sz="6600" dirty="0">
              <a:solidFill>
                <a:schemeClr val="bg1"/>
              </a:solidFill>
            </a:endParaRPr>
          </a:p>
        </p:txBody>
      </p:sp>
    </p:spTree>
    <p:extLst>
      <p:ext uri="{BB962C8B-B14F-4D97-AF65-F5344CB8AC3E}">
        <p14:creationId xmlns:p14="http://schemas.microsoft.com/office/powerpoint/2010/main" val="266823898"/>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9CAB29D-AF3F-9346-B955-279AC2CD3C92}"/>
              </a:ext>
            </a:extLst>
          </p:cNvPr>
          <p:cNvSpPr>
            <a:spLocks noGrp="1"/>
          </p:cNvSpPr>
          <p:nvPr>
            <p:ph type="title"/>
          </p:nvPr>
        </p:nvSpPr>
        <p:spPr>
          <a:xfrm>
            <a:off x="358605" y="147918"/>
            <a:ext cx="11470930" cy="622580"/>
          </a:xfrm>
        </p:spPr>
        <p:txBody>
          <a:bodyPr/>
          <a:lstStyle/>
          <a:p>
            <a:r>
              <a:rPr kumimoji="1" lang="zh-CN" altLang="en-US" b="1" dirty="0"/>
              <a:t>優惠</a:t>
            </a:r>
            <a:r>
              <a:rPr kumimoji="1" lang="zh-TW" altLang="en-US" b="1" dirty="0"/>
              <a:t>方案注意事項</a:t>
            </a:r>
            <a:r>
              <a:rPr kumimoji="1" lang="en-US" altLang="zh-TW" sz="1800" b="1" dirty="0">
                <a:solidFill>
                  <a:schemeClr val="tx1">
                    <a:lumMod val="50000"/>
                    <a:lumOff val="50000"/>
                  </a:schemeClr>
                </a:solidFill>
              </a:rPr>
              <a:t>(1.</a:t>
            </a:r>
            <a:r>
              <a:rPr kumimoji="1" lang="zh-TW" altLang="en-US" sz="1800" b="1" dirty="0">
                <a:solidFill>
                  <a:schemeClr val="tx1">
                    <a:lumMod val="50000"/>
                    <a:lumOff val="50000"/>
                  </a:schemeClr>
                </a:solidFill>
              </a:rPr>
              <a:t>新增一條</a:t>
            </a:r>
            <a:r>
              <a:rPr kumimoji="1" lang="en-US" altLang="zh-TW" sz="1800" b="1" dirty="0">
                <a:solidFill>
                  <a:schemeClr val="tx1">
                    <a:lumMod val="50000"/>
                    <a:lumOff val="50000"/>
                  </a:schemeClr>
                </a:solidFill>
              </a:rPr>
              <a:t>7.</a:t>
            </a:r>
            <a:r>
              <a:rPr kumimoji="1" lang="zh-TW" altLang="en-US" sz="1800" b="1" dirty="0">
                <a:solidFill>
                  <a:schemeClr val="tx1">
                    <a:lumMod val="50000"/>
                    <a:lumOff val="50000"/>
                  </a:schemeClr>
                </a:solidFill>
              </a:rPr>
              <a:t>注意事項如右方紅框，後續編號對應調整，共</a:t>
            </a:r>
            <a:r>
              <a:rPr kumimoji="1" lang="en-US" altLang="zh-TW" sz="1800" b="1" dirty="0">
                <a:solidFill>
                  <a:schemeClr val="tx1">
                    <a:lumMod val="50000"/>
                    <a:lumOff val="50000"/>
                  </a:schemeClr>
                </a:solidFill>
              </a:rPr>
              <a:t>9</a:t>
            </a:r>
            <a:r>
              <a:rPr kumimoji="1" lang="zh-TW" altLang="en-US" sz="1800" b="1" dirty="0">
                <a:solidFill>
                  <a:schemeClr val="tx1">
                    <a:lumMod val="50000"/>
                    <a:lumOff val="50000"/>
                  </a:schemeClr>
                </a:solidFill>
              </a:rPr>
              <a:t>條、</a:t>
            </a:r>
            <a:r>
              <a:rPr kumimoji="1" lang="en-US" altLang="zh-TW" sz="1800" b="1" dirty="0">
                <a:solidFill>
                  <a:schemeClr val="tx1">
                    <a:lumMod val="50000"/>
                    <a:lumOff val="50000"/>
                  </a:schemeClr>
                </a:solidFill>
              </a:rPr>
              <a:t>2.</a:t>
            </a:r>
            <a:r>
              <a:rPr kumimoji="1" lang="zh-TW" altLang="en-US" sz="1800" b="1" dirty="0">
                <a:solidFill>
                  <a:schemeClr val="tx1">
                    <a:lumMod val="50000"/>
                    <a:lumOff val="50000"/>
                  </a:schemeClr>
                </a:solidFill>
              </a:rPr>
              <a:t>移除超連結</a:t>
            </a:r>
            <a:r>
              <a:rPr kumimoji="1" lang="en-US" altLang="zh-TW" sz="1800" b="1" dirty="0">
                <a:solidFill>
                  <a:schemeClr val="tx1">
                    <a:lumMod val="50000"/>
                    <a:lumOff val="50000"/>
                  </a:schemeClr>
                </a:solidFill>
              </a:rPr>
              <a:t>)</a:t>
            </a:r>
            <a:endParaRPr kumimoji="1" lang="zh-TW" altLang="en-US" sz="1800" b="1" dirty="0"/>
          </a:p>
        </p:txBody>
      </p:sp>
      <p:pic>
        <p:nvPicPr>
          <p:cNvPr id="10" name="圖片 9">
            <a:extLst>
              <a:ext uri="{FF2B5EF4-FFF2-40B4-BE49-F238E27FC236}">
                <a16:creationId xmlns:a16="http://schemas.microsoft.com/office/drawing/2014/main" id="{3E29A682-AAD6-1800-0908-54F21E8DEF95}"/>
              </a:ext>
            </a:extLst>
          </p:cNvPr>
          <p:cNvPicPr>
            <a:picLocks noChangeAspect="1"/>
          </p:cNvPicPr>
          <p:nvPr/>
        </p:nvPicPr>
        <p:blipFill>
          <a:blip r:embed="rId2"/>
          <a:stretch>
            <a:fillRect/>
          </a:stretch>
        </p:blipFill>
        <p:spPr>
          <a:xfrm>
            <a:off x="358605" y="878297"/>
            <a:ext cx="6042195" cy="5742870"/>
          </a:xfrm>
          <a:prstGeom prst="rect">
            <a:avLst/>
          </a:prstGeom>
        </p:spPr>
      </p:pic>
      <p:sp>
        <p:nvSpPr>
          <p:cNvPr id="5" name="文字方塊 4">
            <a:extLst>
              <a:ext uri="{FF2B5EF4-FFF2-40B4-BE49-F238E27FC236}">
                <a16:creationId xmlns:a16="http://schemas.microsoft.com/office/drawing/2014/main" id="{0BB07D09-7CB9-6769-5AFF-50223767A1F5}"/>
              </a:ext>
            </a:extLst>
          </p:cNvPr>
          <p:cNvSpPr txBox="1"/>
          <p:nvPr/>
        </p:nvSpPr>
        <p:spPr>
          <a:xfrm>
            <a:off x="6454140" y="1083984"/>
            <a:ext cx="4502184" cy="3416320"/>
          </a:xfrm>
          <a:prstGeom prst="rect">
            <a:avLst/>
          </a:prstGeom>
          <a:noFill/>
        </p:spPr>
        <p:txBody>
          <a:bodyPr wrap="square">
            <a:spAutoFit/>
          </a:bodyPr>
          <a:lstStyle/>
          <a:p>
            <a:pPr marL="0" marR="0" lvl="0" indent="0" algn="l" defTabSz="914400" rtl="0" eaLnBrk="0" fontAlgn="base" latinLnBrk="0" hangingPunct="0">
              <a:lnSpc>
                <a:spcPct val="90000"/>
              </a:lnSpc>
              <a:spcBef>
                <a:spcPct val="30000"/>
              </a:spcBef>
              <a:spcAft>
                <a:spcPct val="0"/>
              </a:spcAft>
              <a:buClrTx/>
              <a:buSzTx/>
              <a:buFontTx/>
              <a:buNone/>
              <a:tabLst/>
              <a:defRPr/>
            </a:pPr>
            <a:r>
              <a:rPr kumimoji="0" lang="zh-TW" altLang="zh-TW" sz="800" b="1" i="0" u="none" strike="noStrike" kern="1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cs typeface="Times New Roman" panose="02020603050405020304" pitchFamily="18" charset="0"/>
              </a:rPr>
              <a:t>優惠方案注意事項</a:t>
            </a:r>
            <a:endParaRPr kumimoji="0" lang="en-US" altLang="zh-TW" sz="800" b="1" i="0" u="none" strike="noStrike" kern="1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cs typeface="Times New Roman" panose="02020603050405020304" pitchFamily="18" charset="0"/>
            </a:endParaRPr>
          </a:p>
          <a:p>
            <a:pPr marL="342900" marR="0" lvl="0" indent="-342900" algn="l" defTabSz="914400" rtl="0" eaLnBrk="0" fontAlgn="base" latinLnBrk="0" hangingPunct="0">
              <a:lnSpc>
                <a:spcPct val="90000"/>
              </a:lnSpc>
              <a:spcBef>
                <a:spcPct val="30000"/>
              </a:spcBef>
              <a:spcAft>
                <a:spcPct val="0"/>
              </a:spcAft>
              <a:buClrTx/>
              <a:buSzTx/>
              <a:buFont typeface="+mj-lt"/>
              <a:buAutoNum type="arabicPeriod"/>
              <a:tabLst/>
              <a:defRPr/>
            </a:pPr>
            <a:r>
              <a:rPr kumimoji="0" lang="zh-TW" altLang="zh-TW" sz="800" b="0" i="0" u="none" strike="noStrike" kern="1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cs typeface="Times New Roman" panose="02020603050405020304" pitchFamily="18" charset="0"/>
              </a:rPr>
              <a:t>方案期間：自即日起至 </a:t>
            </a:r>
            <a:r>
              <a:rPr kumimoji="0" lang="en-US" altLang="zh-TW" sz="800" b="0" i="0" u="none" strike="noStrike" kern="1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cs typeface="Times New Roman" panose="02020603050405020304" pitchFamily="18" charset="0"/>
              </a:rPr>
              <a:t>2024</a:t>
            </a:r>
            <a:r>
              <a:rPr kumimoji="0" lang="zh-TW" altLang="zh-TW" sz="800" b="0" i="0" u="none" strike="noStrike" kern="1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cs typeface="Times New Roman" panose="02020603050405020304" pitchFamily="18" charset="0"/>
              </a:rPr>
              <a:t>年</a:t>
            </a:r>
            <a:r>
              <a:rPr kumimoji="0" lang="en-US" altLang="zh-TW" sz="800" b="0" i="0" u="none" strike="noStrike" kern="1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cs typeface="Times New Roman" panose="02020603050405020304" pitchFamily="18" charset="0"/>
              </a:rPr>
              <a:t>12</a:t>
            </a:r>
            <a:r>
              <a:rPr kumimoji="0" lang="zh-TW" altLang="zh-TW" sz="800" b="0" i="0" u="none" strike="noStrike" kern="1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cs typeface="Times New Roman" panose="02020603050405020304" pitchFamily="18" charset="0"/>
              </a:rPr>
              <a:t>月</a:t>
            </a:r>
            <a:r>
              <a:rPr kumimoji="0" lang="en-US" altLang="zh-TW" sz="800" b="0" i="0" u="none" strike="noStrike" kern="1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cs typeface="Times New Roman" panose="02020603050405020304" pitchFamily="18" charset="0"/>
              </a:rPr>
              <a:t>31</a:t>
            </a:r>
            <a:r>
              <a:rPr kumimoji="0" lang="zh-TW" altLang="zh-TW" sz="800" b="0" i="0" u="none" strike="noStrike" kern="1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cs typeface="Times New Roman" panose="02020603050405020304" pitchFamily="18" charset="0"/>
              </a:rPr>
              <a:t>日。</a:t>
            </a:r>
            <a:endParaRPr kumimoji="0" lang="en-US" altLang="zh-TW" sz="800" b="0" i="0" u="none" strike="noStrike" kern="1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cs typeface="Times New Roman" panose="02020603050405020304" pitchFamily="18" charset="0"/>
            </a:endParaRPr>
          </a:p>
          <a:p>
            <a:pPr marL="342900" marR="0" lvl="0" indent="-342900" algn="l" defTabSz="914400" rtl="0" eaLnBrk="0" fontAlgn="base" latinLnBrk="0" hangingPunct="0">
              <a:lnSpc>
                <a:spcPct val="90000"/>
              </a:lnSpc>
              <a:spcBef>
                <a:spcPct val="30000"/>
              </a:spcBef>
              <a:spcAft>
                <a:spcPct val="0"/>
              </a:spcAft>
              <a:buClrTx/>
              <a:buSzTx/>
              <a:buFont typeface="+mj-lt"/>
              <a:buAutoNum type="arabicPeriod"/>
              <a:tabLst/>
              <a:defRPr/>
            </a:pPr>
            <a:r>
              <a:rPr kumimoji="0" lang="zh-TW" altLang="zh-TW" sz="800" b="0" i="0" u="none" strike="noStrike" kern="1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cs typeface="Times New Roman" panose="02020603050405020304" pitchFamily="18" charset="0"/>
              </a:rPr>
              <a:t>優惠內容及資格條件：</a:t>
            </a:r>
            <a:endParaRPr kumimoji="0" lang="en-US" altLang="zh-TW" sz="800" b="0" i="0" u="none" strike="noStrike" kern="1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cs typeface="Times New Roman" panose="02020603050405020304" pitchFamily="18" charset="0"/>
            </a:endParaRPr>
          </a:p>
          <a:p>
            <a:pPr marL="342900" marR="0" lvl="0" indent="-342900" algn="l" defTabSz="914400" rtl="0" eaLnBrk="0" fontAlgn="base" latinLnBrk="0" hangingPunct="0">
              <a:lnSpc>
                <a:spcPct val="90000"/>
              </a:lnSpc>
              <a:spcBef>
                <a:spcPct val="30000"/>
              </a:spcBef>
              <a:spcAft>
                <a:spcPct val="0"/>
              </a:spcAft>
              <a:buClrTx/>
              <a:buSzTx/>
              <a:buFont typeface="+mj-lt"/>
              <a:buAutoNum type="arabicParenBoth"/>
              <a:tabLst/>
              <a:defRPr/>
            </a:pPr>
            <a:r>
              <a:rPr kumimoji="0" lang="zh-TW" altLang="zh-TW" sz="800" b="0" i="0" u="none" strike="noStrike" kern="100" cap="none" spc="0" normalizeH="0" baseline="0" noProof="0" dirty="0">
                <a:ln>
                  <a:noFill/>
                </a:ln>
                <a:solidFill>
                  <a:srgbClr val="FF0000"/>
                </a:solidFill>
                <a:effectLst/>
                <a:uLnTx/>
                <a:uFillTx/>
                <a:latin typeface="微軟正黑體" panose="020B0604030504040204" pitchFamily="34" charset="-120"/>
                <a:ea typeface="微軟正黑體" panose="020B0604030504040204" pitchFamily="34" charset="-120"/>
                <a:cs typeface="Times New Roman" panose="02020603050405020304" pitchFamily="18" charset="0"/>
              </a:rPr>
              <a:t>優惠對象</a:t>
            </a:r>
            <a:r>
              <a:rPr kumimoji="0" lang="zh-TW" altLang="en-US" sz="800" b="0" i="0" u="none" strike="noStrike" kern="100" cap="none" spc="0" normalizeH="0" baseline="0" noProof="0" dirty="0">
                <a:ln>
                  <a:noFill/>
                </a:ln>
                <a:solidFill>
                  <a:srgbClr val="FF0000"/>
                </a:solidFill>
                <a:effectLst/>
                <a:uLnTx/>
                <a:uFillTx/>
                <a:latin typeface="微軟正黑體" panose="020B0604030504040204" pitchFamily="34" charset="-120"/>
                <a:ea typeface="微軟正黑體" panose="020B0604030504040204" pitchFamily="34" charset="-120"/>
                <a:cs typeface="Times New Roman" panose="02020603050405020304" pitchFamily="18" charset="0"/>
              </a:rPr>
              <a:t>：</a:t>
            </a:r>
            <a:r>
              <a:rPr kumimoji="0" lang="zh-TW" altLang="zh-TW" sz="800" b="0" i="0" u="none" strike="noStrike" kern="100" cap="none" spc="0" normalizeH="0" baseline="0" noProof="0" dirty="0">
                <a:ln>
                  <a:noFill/>
                </a:ln>
                <a:solidFill>
                  <a:srgbClr val="FF0000"/>
                </a:solidFill>
                <a:effectLst/>
                <a:uLnTx/>
                <a:uFillTx/>
                <a:latin typeface="微軟正黑體" panose="020B0604030504040204" pitchFamily="34" charset="-120"/>
                <a:ea typeface="微軟正黑體" panose="020B0604030504040204" pitchFamily="34" charset="-120"/>
                <a:cs typeface="Times New Roman" panose="02020603050405020304" pitchFamily="18" charset="0"/>
              </a:rPr>
              <a:t>於活動期間內自他行攜入「退休可攜基金」受益憑證至永豐銀行，於永豐銀行設定恢復定時</a:t>
            </a:r>
            <a:r>
              <a:rPr kumimoji="0" lang="en-US" altLang="zh-TW" sz="800" b="0" i="0" u="none" strike="noStrike" kern="100" cap="none" spc="0" normalizeH="0" baseline="0" noProof="0" dirty="0">
                <a:ln>
                  <a:noFill/>
                </a:ln>
                <a:solidFill>
                  <a:srgbClr val="FF0000"/>
                </a:solidFill>
                <a:effectLst/>
                <a:uLnTx/>
                <a:uFillTx/>
                <a:latin typeface="微軟正黑體" panose="020B0604030504040204" pitchFamily="34" charset="-120"/>
                <a:ea typeface="微軟正黑體" panose="020B0604030504040204" pitchFamily="34" charset="-120"/>
                <a:cs typeface="Times New Roman" panose="02020603050405020304" pitchFamily="18" charset="0"/>
              </a:rPr>
              <a:t>(</a:t>
            </a:r>
            <a:r>
              <a:rPr kumimoji="0" lang="zh-TW" altLang="zh-TW" sz="800" b="0" i="0" u="none" strike="noStrike" kern="100" cap="none" spc="0" normalizeH="0" baseline="0" noProof="0" dirty="0">
                <a:ln>
                  <a:noFill/>
                </a:ln>
                <a:solidFill>
                  <a:srgbClr val="FF0000"/>
                </a:solidFill>
                <a:effectLst/>
                <a:uLnTx/>
                <a:uFillTx/>
                <a:latin typeface="微軟正黑體" panose="020B0604030504040204" pitchFamily="34" charset="-120"/>
                <a:ea typeface="微軟正黑體" panose="020B0604030504040204" pitchFamily="34" charset="-120"/>
                <a:cs typeface="Times New Roman" panose="02020603050405020304" pitchFamily="18" charset="0"/>
              </a:rPr>
              <a:t>不</a:t>
            </a:r>
            <a:r>
              <a:rPr kumimoji="0" lang="en-US" altLang="zh-TW" sz="800" b="0" i="0" u="none" strike="noStrike" kern="100" cap="none" spc="0" normalizeH="0" baseline="0" noProof="0" dirty="0">
                <a:ln>
                  <a:noFill/>
                </a:ln>
                <a:solidFill>
                  <a:srgbClr val="FF0000"/>
                </a:solidFill>
                <a:effectLst/>
                <a:uLnTx/>
                <a:uFillTx/>
                <a:latin typeface="微軟正黑體" panose="020B0604030504040204" pitchFamily="34" charset="-120"/>
                <a:ea typeface="微軟正黑體" panose="020B0604030504040204" pitchFamily="34" charset="-120"/>
                <a:cs typeface="Times New Roman" panose="02020603050405020304" pitchFamily="18" charset="0"/>
              </a:rPr>
              <a:t>)</a:t>
            </a:r>
            <a:r>
              <a:rPr kumimoji="0" lang="zh-TW" altLang="zh-TW" sz="800" b="0" i="0" u="none" strike="noStrike" kern="100" cap="none" spc="0" normalizeH="0" baseline="0" noProof="0" dirty="0">
                <a:ln>
                  <a:noFill/>
                </a:ln>
                <a:solidFill>
                  <a:srgbClr val="FF0000"/>
                </a:solidFill>
                <a:effectLst/>
                <a:uLnTx/>
                <a:uFillTx/>
                <a:latin typeface="微軟正黑體" panose="020B0604030504040204" pitchFamily="34" charset="-120"/>
                <a:ea typeface="微軟正黑體" panose="020B0604030504040204" pitchFamily="34" charset="-120"/>
                <a:cs typeface="Times New Roman" panose="02020603050405020304" pitchFamily="18" charset="0"/>
              </a:rPr>
              <a:t>定額並成功扣款者，即可享有手續費優惠。</a:t>
            </a:r>
            <a:endParaRPr kumimoji="0" lang="en-US" altLang="zh-TW" sz="800" b="0" i="0" u="none" strike="noStrike" kern="100" cap="none" spc="0" normalizeH="0" baseline="0" noProof="0" dirty="0">
              <a:ln>
                <a:noFill/>
              </a:ln>
              <a:solidFill>
                <a:srgbClr val="FF0000"/>
              </a:solidFill>
              <a:effectLst/>
              <a:uLnTx/>
              <a:uFillTx/>
              <a:latin typeface="微軟正黑體" panose="020B0604030504040204" pitchFamily="34" charset="-120"/>
              <a:ea typeface="微軟正黑體" panose="020B0604030504040204" pitchFamily="34" charset="-120"/>
              <a:cs typeface="Times New Roman" panose="02020603050405020304" pitchFamily="18" charset="0"/>
            </a:endParaRPr>
          </a:p>
          <a:p>
            <a:pPr marL="342900" marR="0" lvl="0" indent="-342900" algn="l" defTabSz="914400" rtl="0" eaLnBrk="0" fontAlgn="base" latinLnBrk="0" hangingPunct="0">
              <a:lnSpc>
                <a:spcPct val="90000"/>
              </a:lnSpc>
              <a:spcBef>
                <a:spcPct val="30000"/>
              </a:spcBef>
              <a:spcAft>
                <a:spcPct val="0"/>
              </a:spcAft>
              <a:buClrTx/>
              <a:buSzTx/>
              <a:buFont typeface="+mj-lt"/>
              <a:buAutoNum type="arabicParenBoth"/>
              <a:tabLst/>
              <a:defRPr/>
            </a:pPr>
            <a:r>
              <a:rPr kumimoji="0" lang="zh-TW" altLang="zh-TW" sz="800" b="0" i="0" u="none" strike="noStrike" kern="100" cap="none" spc="0" normalizeH="0" baseline="0" noProof="0" dirty="0">
                <a:ln>
                  <a:noFill/>
                </a:ln>
                <a:solidFill>
                  <a:srgbClr val="FF0000"/>
                </a:solidFill>
                <a:effectLst/>
                <a:uLnTx/>
                <a:uFillTx/>
                <a:latin typeface="微軟正黑體" panose="020B0604030504040204" pitchFamily="34" charset="-120"/>
                <a:ea typeface="微軟正黑體" panose="020B0604030504040204" pitchFamily="34" charset="-120"/>
                <a:cs typeface="Times New Roman" panose="02020603050405020304" pitchFamily="18" charset="0"/>
              </a:rPr>
              <a:t>優惠標的：定時</a:t>
            </a:r>
            <a:r>
              <a:rPr kumimoji="0" lang="en-US" altLang="zh-TW" sz="800" b="0" i="0" u="none" strike="noStrike" kern="100" cap="none" spc="0" normalizeH="0" baseline="0" noProof="0" dirty="0">
                <a:ln>
                  <a:noFill/>
                </a:ln>
                <a:solidFill>
                  <a:srgbClr val="FF0000"/>
                </a:solidFill>
                <a:effectLst/>
                <a:uLnTx/>
                <a:uFillTx/>
                <a:latin typeface="微軟正黑體" panose="020B0604030504040204" pitchFamily="34" charset="-120"/>
                <a:ea typeface="微軟正黑體" panose="020B0604030504040204" pitchFamily="34" charset="-120"/>
                <a:cs typeface="Times New Roman" panose="02020603050405020304" pitchFamily="18" charset="0"/>
              </a:rPr>
              <a:t>(</a:t>
            </a:r>
            <a:r>
              <a:rPr kumimoji="0" lang="zh-TW" altLang="zh-TW" sz="800" b="0" i="0" u="none" strike="noStrike" kern="100" cap="none" spc="0" normalizeH="0" baseline="0" noProof="0" dirty="0">
                <a:ln>
                  <a:noFill/>
                </a:ln>
                <a:solidFill>
                  <a:srgbClr val="FF0000"/>
                </a:solidFill>
                <a:effectLst/>
                <a:uLnTx/>
                <a:uFillTx/>
                <a:latin typeface="微軟正黑體" panose="020B0604030504040204" pitchFamily="34" charset="-120"/>
                <a:ea typeface="微軟正黑體" panose="020B0604030504040204" pitchFamily="34" charset="-120"/>
                <a:cs typeface="Times New Roman" panose="02020603050405020304" pitchFamily="18" charset="0"/>
              </a:rPr>
              <a:t>不</a:t>
            </a:r>
            <a:r>
              <a:rPr kumimoji="0" lang="en-US" altLang="zh-TW" sz="800" b="0" i="0" u="none" strike="noStrike" kern="100" cap="none" spc="0" normalizeH="0" baseline="0" noProof="0" dirty="0">
                <a:ln>
                  <a:noFill/>
                </a:ln>
                <a:solidFill>
                  <a:srgbClr val="FF0000"/>
                </a:solidFill>
                <a:effectLst/>
                <a:uLnTx/>
                <a:uFillTx/>
                <a:latin typeface="微軟正黑體" panose="020B0604030504040204" pitchFamily="34" charset="-120"/>
                <a:ea typeface="微軟正黑體" panose="020B0604030504040204" pitchFamily="34" charset="-120"/>
                <a:cs typeface="Times New Roman" panose="02020603050405020304" pitchFamily="18" charset="0"/>
              </a:rPr>
              <a:t>)</a:t>
            </a:r>
            <a:r>
              <a:rPr kumimoji="0" lang="zh-TW" altLang="zh-TW" sz="800" b="0" i="0" u="none" strike="noStrike" kern="100" cap="none" spc="0" normalizeH="0" baseline="0" noProof="0" dirty="0">
                <a:ln>
                  <a:noFill/>
                </a:ln>
                <a:solidFill>
                  <a:srgbClr val="FF0000"/>
                </a:solidFill>
                <a:effectLst/>
                <a:uLnTx/>
                <a:uFillTx/>
                <a:latin typeface="微軟正黑體" panose="020B0604030504040204" pitchFamily="34" charset="-120"/>
                <a:ea typeface="微軟正黑體" panose="020B0604030504040204" pitchFamily="34" charset="-120"/>
                <a:cs typeface="Times New Roman" panose="02020603050405020304" pitchFamily="18" charset="0"/>
              </a:rPr>
              <a:t>定額申購永豐銀行「退休可攜基金」</a:t>
            </a:r>
            <a:r>
              <a:rPr kumimoji="0" lang="zh-TW" altLang="en-US" sz="800" b="0" i="0" u="none" strike="noStrike" kern="100" cap="none" spc="0" normalizeH="0" baseline="0" noProof="0" dirty="0">
                <a:ln>
                  <a:noFill/>
                </a:ln>
                <a:solidFill>
                  <a:srgbClr val="FF0000"/>
                </a:solidFill>
                <a:effectLst/>
                <a:uLnTx/>
                <a:uFillTx/>
                <a:latin typeface="微軟正黑體" panose="020B0604030504040204" pitchFamily="34" charset="-120"/>
                <a:ea typeface="微軟正黑體" panose="020B0604030504040204" pitchFamily="34" charset="-120"/>
                <a:cs typeface="Times New Roman" panose="02020603050405020304" pitchFamily="18" charset="0"/>
              </a:rPr>
              <a:t>。</a:t>
            </a:r>
            <a:endParaRPr kumimoji="0" lang="en-US" altLang="zh-TW" sz="800" b="0" i="0" u="none" strike="noStrike" kern="100" cap="none" spc="0" normalizeH="0" baseline="0" noProof="0" dirty="0">
              <a:ln>
                <a:noFill/>
              </a:ln>
              <a:solidFill>
                <a:srgbClr val="FF0000"/>
              </a:solidFill>
              <a:effectLst/>
              <a:uLnTx/>
              <a:uFillTx/>
              <a:latin typeface="微軟正黑體" panose="020B0604030504040204" pitchFamily="34" charset="-120"/>
              <a:ea typeface="微軟正黑體" panose="020B0604030504040204" pitchFamily="34" charset="-120"/>
              <a:cs typeface="Times New Roman" panose="02020603050405020304" pitchFamily="18" charset="0"/>
            </a:endParaRPr>
          </a:p>
          <a:p>
            <a:pPr marL="342900" marR="0" lvl="0" indent="-342900" algn="l" defTabSz="914400" rtl="0" eaLnBrk="0" fontAlgn="base" latinLnBrk="0" hangingPunct="0">
              <a:lnSpc>
                <a:spcPct val="90000"/>
              </a:lnSpc>
              <a:spcBef>
                <a:spcPct val="30000"/>
              </a:spcBef>
              <a:spcAft>
                <a:spcPct val="0"/>
              </a:spcAft>
              <a:buClrTx/>
              <a:buSzTx/>
              <a:buFont typeface="+mj-lt"/>
              <a:buAutoNum type="arabicParenBoth"/>
              <a:tabLst/>
              <a:defRPr/>
            </a:pPr>
            <a:r>
              <a:rPr kumimoji="0" lang="zh-TW" altLang="zh-TW" sz="800" b="0" i="0" u="none" strike="noStrike" kern="1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cs typeface="Times New Roman" panose="02020603050405020304" pitchFamily="18" charset="0"/>
              </a:rPr>
              <a:t>手續費優惠期限：若客戶無「終止定時</a:t>
            </a:r>
            <a:r>
              <a:rPr kumimoji="0" lang="en-US" altLang="zh-TW" sz="800" b="0" i="0" u="none" strike="noStrike" kern="1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cs typeface="Times New Roman" panose="02020603050405020304" pitchFamily="18" charset="0"/>
              </a:rPr>
              <a:t>(</a:t>
            </a:r>
            <a:r>
              <a:rPr kumimoji="0" lang="zh-TW" altLang="zh-TW" sz="800" b="0" i="0" u="none" strike="noStrike" kern="1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cs typeface="Times New Roman" panose="02020603050405020304" pitchFamily="18" charset="0"/>
              </a:rPr>
              <a:t>不</a:t>
            </a:r>
            <a:r>
              <a:rPr kumimoji="0" lang="en-US" altLang="zh-TW" sz="800" b="0" i="0" u="none" strike="noStrike" kern="1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cs typeface="Times New Roman" panose="02020603050405020304" pitchFamily="18" charset="0"/>
              </a:rPr>
              <a:t>)</a:t>
            </a:r>
            <a:r>
              <a:rPr kumimoji="0" lang="zh-TW" altLang="zh-TW" sz="800" b="0" i="0" u="none" strike="noStrike" kern="1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cs typeface="Times New Roman" panose="02020603050405020304" pitchFamily="18" charset="0"/>
              </a:rPr>
              <a:t>定額扣款」或「轉換基金受益憑證」，即得一直享有優惠。</a:t>
            </a:r>
            <a:endParaRPr kumimoji="0" lang="en-US" altLang="zh-TW" sz="800" b="0" i="0" u="none" strike="noStrike" kern="1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cs typeface="Times New Roman" panose="02020603050405020304" pitchFamily="18" charset="0"/>
            </a:endParaRPr>
          </a:p>
          <a:p>
            <a:pPr marL="342900" marR="0" lvl="0" indent="-342900" algn="l" defTabSz="914400" rtl="0" eaLnBrk="0" fontAlgn="base" latinLnBrk="0" hangingPunct="0">
              <a:lnSpc>
                <a:spcPct val="90000"/>
              </a:lnSpc>
              <a:spcBef>
                <a:spcPct val="30000"/>
              </a:spcBef>
              <a:spcAft>
                <a:spcPct val="0"/>
              </a:spcAft>
              <a:buClrTx/>
              <a:buSzTx/>
              <a:buFont typeface="+mj-lt"/>
              <a:buAutoNum type="arabicParenBoth"/>
              <a:tabLst/>
              <a:defRPr/>
            </a:pPr>
            <a:r>
              <a:rPr kumimoji="0" lang="zh-TW" altLang="zh-TW" sz="800" b="0" i="0" u="none" strike="noStrike" kern="1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cs typeface="Times New Roman" panose="02020603050405020304" pitchFamily="18" charset="0"/>
              </a:rPr>
              <a:t>優惠計算方式依當次扣款金額逐筆判斷適用之優惠手續費率如下：</a:t>
            </a:r>
            <a:endParaRPr kumimoji="0" lang="en-US" altLang="zh-TW" sz="800" b="0" i="0" u="none" strike="noStrike" kern="1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cs typeface="Times New Roman" panose="02020603050405020304" pitchFamily="18" charset="0"/>
            </a:endParaRPr>
          </a:p>
          <a:p>
            <a:pPr marL="285750" marR="0" lvl="0" indent="-285750" algn="l" defTabSz="914400" rtl="0" eaLnBrk="0" fontAlgn="base" latinLnBrk="0" hangingPunct="0">
              <a:lnSpc>
                <a:spcPct val="90000"/>
              </a:lnSpc>
              <a:spcBef>
                <a:spcPct val="30000"/>
              </a:spcBef>
              <a:spcAft>
                <a:spcPct val="0"/>
              </a:spcAft>
              <a:buClrTx/>
              <a:buSzTx/>
              <a:buFont typeface="Arial" panose="020B0604020202020204" pitchFamily="34" charset="0"/>
              <a:buChar char="•"/>
              <a:tabLst/>
              <a:defRPr/>
            </a:pPr>
            <a:r>
              <a:rPr kumimoji="0" lang="zh-TW" altLang="zh-TW" sz="800" b="0" i="0" u="none" strike="noStrike" kern="1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cs typeface="Times New Roman" panose="02020603050405020304" pitchFamily="18" charset="0"/>
              </a:rPr>
              <a:t>定時</a:t>
            </a:r>
            <a:r>
              <a:rPr kumimoji="0" lang="en-US" altLang="zh-TW" sz="800" b="0" i="0" u="none" strike="noStrike" kern="1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cs typeface="Times New Roman" panose="02020603050405020304" pitchFamily="18" charset="0"/>
              </a:rPr>
              <a:t>(</a:t>
            </a:r>
            <a:r>
              <a:rPr kumimoji="0" lang="zh-TW" altLang="zh-TW" sz="800" b="0" i="0" u="none" strike="noStrike" kern="1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cs typeface="Times New Roman" panose="02020603050405020304" pitchFamily="18" charset="0"/>
              </a:rPr>
              <a:t>不</a:t>
            </a:r>
            <a:r>
              <a:rPr kumimoji="0" lang="en-US" altLang="zh-TW" sz="800" b="0" i="0" u="none" strike="noStrike" kern="1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cs typeface="Times New Roman" panose="02020603050405020304" pitchFamily="18" charset="0"/>
              </a:rPr>
              <a:t>)</a:t>
            </a:r>
            <a:r>
              <a:rPr kumimoji="0" lang="zh-TW" altLang="zh-TW" sz="800" b="0" i="0" u="none" strike="noStrike" kern="1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cs typeface="Times New Roman" panose="02020603050405020304" pitchFamily="18" charset="0"/>
              </a:rPr>
              <a:t>定額單次扣款金額新臺幣</a:t>
            </a:r>
            <a:r>
              <a:rPr kumimoji="0" lang="en-US" altLang="zh-TW" sz="800" b="0" i="0" u="none" strike="noStrike" kern="1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cs typeface="Times New Roman" panose="02020603050405020304" pitchFamily="18" charset="0"/>
              </a:rPr>
              <a:t> 10,000 (</a:t>
            </a:r>
            <a:r>
              <a:rPr kumimoji="0" lang="zh-TW" altLang="zh-TW" sz="800" b="0" i="0" u="none" strike="noStrike" kern="1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cs typeface="Times New Roman" panose="02020603050405020304" pitchFamily="18" charset="0"/>
              </a:rPr>
              <a:t>含</a:t>
            </a:r>
            <a:r>
              <a:rPr kumimoji="0" lang="en-US" altLang="zh-TW" sz="800" b="0" i="0" u="none" strike="noStrike" kern="1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cs typeface="Times New Roman" panose="02020603050405020304" pitchFamily="18" charset="0"/>
              </a:rPr>
              <a:t>)</a:t>
            </a:r>
            <a:r>
              <a:rPr kumimoji="0" lang="zh-TW" altLang="zh-TW" sz="800" b="0" i="0" u="none" strike="noStrike" kern="1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cs typeface="Times New Roman" panose="02020603050405020304" pitchFamily="18" charset="0"/>
              </a:rPr>
              <a:t>元以下，全額享申購手續費</a:t>
            </a:r>
            <a:r>
              <a:rPr kumimoji="0" lang="en-US" altLang="zh-TW" sz="800" b="0" i="0" u="none" strike="noStrike" kern="1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cs typeface="Times New Roman" panose="02020603050405020304" pitchFamily="18" charset="0"/>
              </a:rPr>
              <a:t> 0 </a:t>
            </a:r>
            <a:r>
              <a:rPr kumimoji="0" lang="zh-TW" altLang="zh-TW" sz="800" b="0" i="0" u="none" strike="noStrike" kern="1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cs typeface="Times New Roman" panose="02020603050405020304" pitchFamily="18" charset="0"/>
              </a:rPr>
              <a:t>元。</a:t>
            </a:r>
          </a:p>
          <a:p>
            <a:pPr marL="285750" marR="0" lvl="0" indent="-285750" algn="l" defTabSz="914400" rtl="0" eaLnBrk="0" fontAlgn="base" latinLnBrk="0" hangingPunct="0">
              <a:lnSpc>
                <a:spcPct val="90000"/>
              </a:lnSpc>
              <a:spcBef>
                <a:spcPct val="30000"/>
              </a:spcBef>
              <a:spcAft>
                <a:spcPct val="0"/>
              </a:spcAft>
              <a:buClrTx/>
              <a:buSzTx/>
              <a:buFont typeface="Arial" panose="020B0604020202020204" pitchFamily="34" charset="0"/>
              <a:buChar char="•"/>
              <a:tabLst/>
              <a:defRPr/>
            </a:pPr>
            <a:r>
              <a:rPr kumimoji="0" lang="zh-TW" altLang="zh-TW" sz="800" b="0" i="0" u="none" strike="noStrike" kern="1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cs typeface="Times New Roman" panose="02020603050405020304" pitchFamily="18" charset="0"/>
              </a:rPr>
              <a:t>定時</a:t>
            </a:r>
            <a:r>
              <a:rPr kumimoji="0" lang="en-US" altLang="zh-TW" sz="800" b="0" i="0" u="none" strike="noStrike" kern="1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cs typeface="Times New Roman" panose="02020603050405020304" pitchFamily="18" charset="0"/>
              </a:rPr>
              <a:t>(</a:t>
            </a:r>
            <a:r>
              <a:rPr kumimoji="0" lang="zh-TW" altLang="zh-TW" sz="800" b="0" i="0" u="none" strike="noStrike" kern="1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cs typeface="Times New Roman" panose="02020603050405020304" pitchFamily="18" charset="0"/>
              </a:rPr>
              <a:t>不</a:t>
            </a:r>
            <a:r>
              <a:rPr kumimoji="0" lang="en-US" altLang="zh-TW" sz="800" b="0" i="0" u="none" strike="noStrike" kern="1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cs typeface="Times New Roman" panose="02020603050405020304" pitchFamily="18" charset="0"/>
              </a:rPr>
              <a:t>)</a:t>
            </a:r>
            <a:r>
              <a:rPr kumimoji="0" lang="zh-TW" altLang="zh-TW" sz="800" b="0" i="0" u="none" strike="noStrike" kern="1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cs typeface="Times New Roman" panose="02020603050405020304" pitchFamily="18" charset="0"/>
              </a:rPr>
              <a:t>定額單次扣款金額超過新臺幣</a:t>
            </a:r>
            <a:r>
              <a:rPr kumimoji="0" lang="en-US" altLang="zh-TW" sz="800" b="0" i="0" u="none" strike="noStrike" kern="1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cs typeface="Times New Roman" panose="02020603050405020304" pitchFamily="18" charset="0"/>
              </a:rPr>
              <a:t> 10,000 </a:t>
            </a:r>
            <a:r>
              <a:rPr kumimoji="0" lang="zh-TW" altLang="zh-TW" sz="800" b="0" i="0" u="none" strike="noStrike" kern="1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cs typeface="Times New Roman" panose="02020603050405020304" pitchFamily="18" charset="0"/>
              </a:rPr>
              <a:t>元，全額享牌告申購手續費</a:t>
            </a:r>
            <a:r>
              <a:rPr kumimoji="0" lang="en-US" altLang="zh-TW" sz="800" b="0" i="0" u="none" strike="noStrike" kern="1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cs typeface="Times New Roman" panose="02020603050405020304" pitchFamily="18" charset="0"/>
              </a:rPr>
              <a:t> 38 </a:t>
            </a:r>
            <a:r>
              <a:rPr kumimoji="0" lang="zh-TW" altLang="zh-TW" sz="800" b="0" i="0" u="none" strike="noStrike" kern="1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cs typeface="Times New Roman" panose="02020603050405020304" pitchFamily="18" charset="0"/>
              </a:rPr>
              <a:t>折。</a:t>
            </a:r>
            <a:endParaRPr kumimoji="0" lang="en-US" altLang="zh-TW" sz="800" b="0" i="0" u="none" strike="noStrike" kern="1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cs typeface="Times New Roman" panose="02020603050405020304" pitchFamily="18" charset="0"/>
            </a:endParaRPr>
          </a:p>
          <a:p>
            <a:pPr marL="342900" marR="0" lvl="0" indent="-342900" algn="l" defTabSz="914400" rtl="0" eaLnBrk="0" fontAlgn="base" latinLnBrk="0" hangingPunct="0">
              <a:lnSpc>
                <a:spcPct val="90000"/>
              </a:lnSpc>
              <a:spcBef>
                <a:spcPct val="30000"/>
              </a:spcBef>
              <a:spcAft>
                <a:spcPct val="0"/>
              </a:spcAft>
              <a:buClrTx/>
              <a:buSzTx/>
              <a:buFont typeface="+mj-lt"/>
              <a:buAutoNum type="arabicPeriod" startAt="3"/>
              <a:tabLst/>
              <a:defRPr/>
            </a:pPr>
            <a:r>
              <a:rPr kumimoji="0" lang="zh-TW" altLang="zh-TW" sz="800" b="0" i="0" u="none" strike="noStrike" kern="1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cs typeface="Times New Roman" panose="02020603050405020304" pitchFamily="18" charset="0"/>
              </a:rPr>
              <a:t>第一次委託扣款成功後，後續有扣款失敗連續達三次，永豐銀行將會暫停扣款，然此不會影響客戶享有本優惠權益，客戶於恢復正常扣款時，將得繼續享有本優惠；如客戶係自行設定暫停定時</a:t>
            </a:r>
            <a:r>
              <a:rPr kumimoji="0" lang="en-US" altLang="zh-TW" sz="800" b="0" i="0" u="none" strike="noStrike" kern="1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cs typeface="Times New Roman" panose="02020603050405020304" pitchFamily="18" charset="0"/>
              </a:rPr>
              <a:t>(</a:t>
            </a:r>
            <a:r>
              <a:rPr kumimoji="0" lang="zh-TW" altLang="zh-TW" sz="800" b="0" i="0" u="none" strike="noStrike" kern="1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cs typeface="Times New Roman" panose="02020603050405020304" pitchFamily="18" charset="0"/>
              </a:rPr>
              <a:t>不</a:t>
            </a:r>
            <a:r>
              <a:rPr kumimoji="0" lang="en-US" altLang="zh-TW" sz="800" b="0" i="0" u="none" strike="noStrike" kern="1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cs typeface="Times New Roman" panose="02020603050405020304" pitchFamily="18" charset="0"/>
              </a:rPr>
              <a:t>)</a:t>
            </a:r>
            <a:r>
              <a:rPr kumimoji="0" lang="zh-TW" altLang="zh-TW" sz="800" b="0" i="0" u="none" strike="noStrike" kern="1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cs typeface="Times New Roman" panose="02020603050405020304" pitchFamily="18" charset="0"/>
              </a:rPr>
              <a:t>定額扣款者，亦同。</a:t>
            </a:r>
            <a:endParaRPr kumimoji="0" lang="en-US" altLang="zh-TW" sz="800" b="0" i="0" u="none" strike="noStrike" kern="1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cs typeface="Times New Roman" panose="02020603050405020304" pitchFamily="18" charset="0"/>
            </a:endParaRPr>
          </a:p>
          <a:p>
            <a:pPr marL="342900" marR="0" lvl="0" indent="-342900" algn="l" defTabSz="914400" rtl="0" eaLnBrk="0" fontAlgn="base" latinLnBrk="0" hangingPunct="0">
              <a:lnSpc>
                <a:spcPct val="90000"/>
              </a:lnSpc>
              <a:spcBef>
                <a:spcPct val="30000"/>
              </a:spcBef>
              <a:spcAft>
                <a:spcPct val="0"/>
              </a:spcAft>
              <a:buClrTx/>
              <a:buSzTx/>
              <a:buFont typeface="+mj-lt"/>
              <a:buAutoNum type="arabicPeriod" startAt="3"/>
              <a:tabLst/>
              <a:defRPr/>
            </a:pPr>
            <a:r>
              <a:rPr kumimoji="0" lang="zh-TW" altLang="zh-TW" sz="800" b="0" i="0" u="none" strike="noStrike" kern="1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cs typeface="Times New Roman" panose="02020603050405020304" pitchFamily="18" charset="0"/>
              </a:rPr>
              <a:t>客戶如有「部份贖回」受益憑證或「全部贖回但原受益憑證持續扣款」之情形者，仍得繼續享有本優惠。</a:t>
            </a:r>
            <a:endParaRPr kumimoji="0" lang="en-US" altLang="zh-TW" sz="800" b="0" i="0" u="none" strike="noStrike" kern="1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cs typeface="Times New Roman" panose="02020603050405020304" pitchFamily="18" charset="0"/>
            </a:endParaRPr>
          </a:p>
          <a:p>
            <a:pPr marL="342900" marR="0" lvl="0" indent="-342900" algn="l" defTabSz="914400" rtl="0" eaLnBrk="0" fontAlgn="base" latinLnBrk="0" hangingPunct="0">
              <a:lnSpc>
                <a:spcPct val="90000"/>
              </a:lnSpc>
              <a:spcBef>
                <a:spcPct val="30000"/>
              </a:spcBef>
              <a:spcAft>
                <a:spcPct val="0"/>
              </a:spcAft>
              <a:buClrTx/>
              <a:buSzTx/>
              <a:buFont typeface="+mj-lt"/>
              <a:buAutoNum type="arabicPeriod" startAt="3"/>
              <a:tabLst/>
              <a:defRPr/>
            </a:pPr>
            <a:r>
              <a:rPr kumimoji="0" lang="zh-TW" altLang="zh-TW" sz="800" b="0" i="0" u="none" strike="noStrike" kern="12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cs typeface="Times New Roman" panose="02020603050405020304" pitchFamily="18" charset="0"/>
              </a:rPr>
              <a:t>客戶如「終止定時</a:t>
            </a:r>
            <a:r>
              <a:rPr kumimoji="0" lang="en-US" altLang="zh-TW" sz="800" b="0" i="0" u="none" strike="noStrike" kern="12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cs typeface="Times New Roman" panose="02020603050405020304" pitchFamily="18" charset="0"/>
              </a:rPr>
              <a:t>(</a:t>
            </a:r>
            <a:r>
              <a:rPr kumimoji="0" lang="zh-TW" altLang="zh-TW" sz="800" b="0" i="0" u="none" strike="noStrike" kern="12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cs typeface="Times New Roman" panose="02020603050405020304" pitchFamily="18" charset="0"/>
              </a:rPr>
              <a:t>不</a:t>
            </a:r>
            <a:r>
              <a:rPr kumimoji="0" lang="en-US" altLang="zh-TW" sz="800" b="0" i="0" u="none" strike="noStrike" kern="12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cs typeface="Times New Roman" panose="02020603050405020304" pitchFamily="18" charset="0"/>
              </a:rPr>
              <a:t>)</a:t>
            </a:r>
            <a:r>
              <a:rPr kumimoji="0" lang="zh-TW" altLang="zh-TW" sz="800" b="0" i="0" u="none" strike="noStrike" kern="12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cs typeface="Times New Roman" panose="02020603050405020304" pitchFamily="18" charset="0"/>
              </a:rPr>
              <a:t>定額扣款」或「轉換基金憑證」，於終止或轉換後，將不再享有本優惠。</a:t>
            </a:r>
            <a:endParaRPr kumimoji="0" lang="en-US" altLang="zh-TW" sz="800" b="0" i="0" u="none" strike="noStrike" kern="12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cs typeface="Times New Roman" panose="02020603050405020304" pitchFamily="18" charset="0"/>
            </a:endParaRPr>
          </a:p>
          <a:p>
            <a:pPr marL="342900" marR="0" lvl="0" indent="-342900" algn="l" defTabSz="914400" rtl="0" eaLnBrk="0" fontAlgn="base" latinLnBrk="0" hangingPunct="0">
              <a:lnSpc>
                <a:spcPct val="90000"/>
              </a:lnSpc>
              <a:spcBef>
                <a:spcPct val="30000"/>
              </a:spcBef>
              <a:spcAft>
                <a:spcPct val="0"/>
              </a:spcAft>
              <a:buClrTx/>
              <a:buSzTx/>
              <a:buFont typeface="+mj-lt"/>
              <a:buAutoNum type="arabicPeriod" startAt="3"/>
              <a:tabLst/>
              <a:defRPr/>
            </a:pPr>
            <a:r>
              <a:rPr kumimoji="0" lang="zh-TW" altLang="zh-TW" sz="800" b="0" i="0" u="none" strike="noStrike" kern="12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cs typeface="Times New Roman" panose="02020603050405020304" pitchFamily="18" charset="0"/>
              </a:rPr>
              <a:t>客戶於受益憑證持有期間變更定時</a:t>
            </a:r>
            <a:r>
              <a:rPr kumimoji="0" lang="en-US" altLang="zh-TW" sz="800" b="0" i="0" u="none" strike="noStrike" kern="12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cs typeface="Times New Roman" panose="02020603050405020304" pitchFamily="18" charset="0"/>
              </a:rPr>
              <a:t>(</a:t>
            </a:r>
            <a:r>
              <a:rPr kumimoji="0" lang="zh-TW" altLang="zh-TW" sz="800" b="0" i="0" u="none" strike="noStrike" kern="12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cs typeface="Times New Roman" panose="02020603050405020304" pitchFamily="18" charset="0"/>
              </a:rPr>
              <a:t>不</a:t>
            </a:r>
            <a:r>
              <a:rPr kumimoji="0" lang="en-US" altLang="zh-TW" sz="800" b="0" i="0" u="none" strike="noStrike" kern="12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cs typeface="Times New Roman" panose="02020603050405020304" pitchFamily="18" charset="0"/>
              </a:rPr>
              <a:t>)</a:t>
            </a:r>
            <a:r>
              <a:rPr kumimoji="0" lang="zh-TW" altLang="zh-TW" sz="800" b="0" i="0" u="none" strike="noStrike" kern="12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cs typeface="Times New Roman" panose="02020603050405020304" pitchFamily="18" charset="0"/>
              </a:rPr>
              <a:t>定額之扣款帳戶，若變更扣款帳戶後仍有持續扣款者，不影響原所享有之優惠權益。</a:t>
            </a:r>
            <a:endParaRPr kumimoji="0" lang="en-US" altLang="zh-TW" sz="800" b="0" i="0" u="none" strike="noStrike" kern="12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cs typeface="Times New Roman" panose="02020603050405020304" pitchFamily="18" charset="0"/>
            </a:endParaRPr>
          </a:p>
          <a:p>
            <a:pPr marL="342900" marR="0" lvl="0" indent="-342900" algn="l" defTabSz="914400" rtl="0" eaLnBrk="0" fontAlgn="base" latinLnBrk="0" hangingPunct="0">
              <a:lnSpc>
                <a:spcPct val="90000"/>
              </a:lnSpc>
              <a:spcBef>
                <a:spcPct val="30000"/>
              </a:spcBef>
              <a:spcAft>
                <a:spcPct val="0"/>
              </a:spcAft>
              <a:buClrTx/>
              <a:buSzTx/>
              <a:buFont typeface="+mj-lt"/>
              <a:buAutoNum type="arabicPeriod" startAt="3"/>
              <a:tabLst/>
              <a:defRPr/>
            </a:pPr>
            <a:r>
              <a:rPr kumimoji="0" lang="zh-TW" altLang="en-US" sz="800" b="0" i="0" u="none" strike="noStrike" kern="1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cs typeface="Times New Roman" panose="02020603050405020304" pitchFamily="18" charset="0"/>
              </a:rPr>
              <a:t>除申購手續費外，尚有信託管理費</a:t>
            </a:r>
            <a:r>
              <a:rPr kumimoji="0" lang="en-US" altLang="zh-TW" sz="800" b="0" i="0" u="none" strike="noStrike" kern="1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cs typeface="Times New Roman" panose="02020603050405020304" pitchFamily="18" charset="0"/>
              </a:rPr>
              <a:t>(</a:t>
            </a:r>
            <a:r>
              <a:rPr kumimoji="0" lang="zh-TW" altLang="en-US" sz="800" b="0" i="0" u="none" strike="noStrike" kern="1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cs typeface="Times New Roman" panose="02020603050405020304" pitchFamily="18" charset="0"/>
              </a:rPr>
              <a:t>於賣出時收取</a:t>
            </a:r>
            <a:r>
              <a:rPr kumimoji="0" lang="en-US" altLang="zh-TW" sz="800" b="0" i="0" u="none" strike="noStrike" kern="1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cs typeface="Times New Roman" panose="02020603050405020304" pitchFamily="18" charset="0"/>
              </a:rPr>
              <a:t>)</a:t>
            </a:r>
            <a:r>
              <a:rPr kumimoji="0" lang="zh-TW" altLang="en-US" sz="800" b="0" i="0" u="none" strike="noStrike" kern="1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cs typeface="Times New Roman" panose="02020603050405020304" pitchFamily="18" charset="0"/>
              </a:rPr>
              <a:t>及其他因交易應由客戶負擔之各項稅賦及費用，其費率不適用本項優惠。</a:t>
            </a:r>
            <a:endParaRPr kumimoji="0" lang="en-US" altLang="zh-TW" sz="800" b="0" i="0" u="none" strike="noStrike" kern="12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cs typeface="Times New Roman" panose="02020603050405020304" pitchFamily="18" charset="0"/>
            </a:endParaRPr>
          </a:p>
          <a:p>
            <a:pPr marL="342900" marR="0" lvl="0" indent="-342900" algn="l" defTabSz="914400" rtl="0" eaLnBrk="0" fontAlgn="base" latinLnBrk="0" hangingPunct="0">
              <a:lnSpc>
                <a:spcPct val="90000"/>
              </a:lnSpc>
              <a:spcBef>
                <a:spcPct val="30000"/>
              </a:spcBef>
              <a:spcAft>
                <a:spcPct val="0"/>
              </a:spcAft>
              <a:buClrTx/>
              <a:buSzTx/>
              <a:buFont typeface="+mj-lt"/>
              <a:buAutoNum type="arabicPeriod" startAt="3"/>
              <a:tabLst/>
              <a:defRPr/>
            </a:pPr>
            <a:r>
              <a:rPr kumimoji="0" lang="zh-TW" altLang="zh-TW" sz="800" b="0" i="0" u="none" strike="noStrike" kern="1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cs typeface="Times New Roman" panose="02020603050405020304" pitchFamily="18" charset="0"/>
              </a:rPr>
              <a:t>本行保留變更、解釋及終止各項優惠與服務內容之最終權利；各項優惠與服務內容如遇變動或更新時，將依本行官方網站</a:t>
            </a:r>
            <a:r>
              <a:rPr kumimoji="0" lang="zh-TW" altLang="en-US" sz="800" b="0" i="0" u="none" strike="noStrike" kern="1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cs typeface="Times New Roman" panose="02020603050405020304" pitchFamily="18" charset="0"/>
              </a:rPr>
              <a:t>最新公告</a:t>
            </a:r>
            <a:r>
              <a:rPr kumimoji="0" lang="zh-TW" altLang="zh-TW" sz="800" b="0" i="0" u="none" strike="noStrike" kern="1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cs typeface="Times New Roman" panose="02020603050405020304" pitchFamily="18" charset="0"/>
              </a:rPr>
              <a:t>為主，恕不另行通知。</a:t>
            </a:r>
            <a:endParaRPr kumimoji="0" lang="en-US" altLang="zh-TW" sz="800" b="0" i="0" u="none" strike="noStrike" kern="1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cs typeface="Times New Roman" panose="02020603050405020304" pitchFamily="18" charset="0"/>
            </a:endParaRPr>
          </a:p>
          <a:p>
            <a:pPr marL="342900" marR="0" lvl="0" indent="-342900" algn="l" defTabSz="914400" rtl="0" eaLnBrk="0" fontAlgn="base" latinLnBrk="0" hangingPunct="0">
              <a:lnSpc>
                <a:spcPct val="90000"/>
              </a:lnSpc>
              <a:spcBef>
                <a:spcPct val="30000"/>
              </a:spcBef>
              <a:spcAft>
                <a:spcPct val="0"/>
              </a:spcAft>
              <a:buClrTx/>
              <a:buSzTx/>
              <a:buFont typeface="+mj-lt"/>
              <a:buAutoNum type="arabicPeriod" startAt="3"/>
              <a:tabLst/>
              <a:defRPr/>
            </a:pPr>
            <a:r>
              <a:rPr kumimoji="0" lang="zh-TW" altLang="zh-TW" sz="800" b="0" i="0" u="none" strike="noStrike" kern="100" cap="none" spc="0" normalizeH="0" baseline="0" noProof="0" dirty="0">
                <a:ln>
                  <a:noFill/>
                </a:ln>
                <a:solidFill>
                  <a:srgbClr val="000000"/>
                </a:solidFill>
                <a:effectLst/>
                <a:uLnTx/>
                <a:uFillTx/>
                <a:latin typeface="微軟正黑體" panose="020B0604030504040204" pitchFamily="34" charset="-120"/>
                <a:ea typeface="微軟正黑體" panose="020B0604030504040204" pitchFamily="34" charset="-120"/>
                <a:cs typeface="Times New Roman" panose="02020603050405020304" pitchFamily="18" charset="0"/>
              </a:rPr>
              <a:t>同時間有相同費率折數專案在進行時以本行系統判斷為主。</a:t>
            </a:r>
          </a:p>
        </p:txBody>
      </p:sp>
      <p:sp>
        <p:nvSpPr>
          <p:cNvPr id="6" name="矩形 5">
            <a:extLst>
              <a:ext uri="{FF2B5EF4-FFF2-40B4-BE49-F238E27FC236}">
                <a16:creationId xmlns:a16="http://schemas.microsoft.com/office/drawing/2014/main" id="{C7214FC0-5F9A-E675-2B49-C13E8019CC87}"/>
              </a:ext>
            </a:extLst>
          </p:cNvPr>
          <p:cNvSpPr/>
          <p:nvPr/>
        </p:nvSpPr>
        <p:spPr bwMode="auto">
          <a:xfrm>
            <a:off x="6454140" y="3748216"/>
            <a:ext cx="4592801" cy="263611"/>
          </a:xfrm>
          <a:prstGeom prst="rect">
            <a:avLst/>
          </a:prstGeom>
          <a:noFill/>
          <a:ln w="28575" cap="flat" cmpd="sng" algn="ctr">
            <a:solidFill>
              <a:srgbClr val="2B31F4"/>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a:ln>
                <a:noFill/>
              </a:ln>
              <a:solidFill>
                <a:schemeClr val="tx1"/>
              </a:solidFill>
              <a:effectLst/>
              <a:latin typeface="Arial" charset="0"/>
              <a:ea typeface="华文楷体" pitchFamily="2" charset="-122"/>
            </a:endParaRPr>
          </a:p>
        </p:txBody>
      </p:sp>
      <p:cxnSp>
        <p:nvCxnSpPr>
          <p:cNvPr id="7" name="直線單箭頭接點 6">
            <a:extLst>
              <a:ext uri="{FF2B5EF4-FFF2-40B4-BE49-F238E27FC236}">
                <a16:creationId xmlns:a16="http://schemas.microsoft.com/office/drawing/2014/main" id="{02FBAD55-F15A-991B-FEAB-3DB962B1AC59}"/>
              </a:ext>
            </a:extLst>
          </p:cNvPr>
          <p:cNvCxnSpPr>
            <a:cxnSpLocks/>
          </p:cNvCxnSpPr>
          <p:nvPr/>
        </p:nvCxnSpPr>
        <p:spPr bwMode="auto">
          <a:xfrm flipH="1">
            <a:off x="5758249" y="3878469"/>
            <a:ext cx="695891" cy="0"/>
          </a:xfrm>
          <a:prstGeom prst="straightConnector1">
            <a:avLst/>
          </a:prstGeom>
          <a:solidFill>
            <a:schemeClr val="accent1"/>
          </a:solidFill>
          <a:ln w="9525" cap="flat" cmpd="sng" algn="ctr">
            <a:solidFill>
              <a:srgbClr val="2B31F4"/>
            </a:solidFill>
            <a:prstDash val="solid"/>
            <a:round/>
            <a:headEnd type="none" w="med" len="med"/>
            <a:tailEnd type="triangle"/>
          </a:ln>
          <a:effectLst/>
        </p:spPr>
      </p:cxnSp>
      <p:sp>
        <p:nvSpPr>
          <p:cNvPr id="9" name="矩形 8">
            <a:extLst>
              <a:ext uri="{FF2B5EF4-FFF2-40B4-BE49-F238E27FC236}">
                <a16:creationId xmlns:a16="http://schemas.microsoft.com/office/drawing/2014/main" id="{16317C53-B487-1154-545D-B83074DCD4E9}"/>
              </a:ext>
            </a:extLst>
          </p:cNvPr>
          <p:cNvSpPr/>
          <p:nvPr/>
        </p:nvSpPr>
        <p:spPr bwMode="auto">
          <a:xfrm>
            <a:off x="5683903" y="3925775"/>
            <a:ext cx="214390" cy="151956"/>
          </a:xfrm>
          <a:prstGeom prst="rect">
            <a:avLst/>
          </a:prstGeom>
          <a:noFill/>
          <a:ln w="28575" cap="flat" cmpd="sng" algn="ctr">
            <a:solidFill>
              <a:srgbClr val="2B31F4"/>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a:ln>
                <a:noFill/>
              </a:ln>
              <a:solidFill>
                <a:schemeClr val="tx1"/>
              </a:solidFill>
              <a:effectLst/>
              <a:latin typeface="Arial" charset="0"/>
              <a:ea typeface="华文楷体" pitchFamily="2" charset="-122"/>
            </a:endParaRPr>
          </a:p>
        </p:txBody>
      </p:sp>
      <p:sp>
        <p:nvSpPr>
          <p:cNvPr id="11" name="矩形 10">
            <a:extLst>
              <a:ext uri="{FF2B5EF4-FFF2-40B4-BE49-F238E27FC236}">
                <a16:creationId xmlns:a16="http://schemas.microsoft.com/office/drawing/2014/main" id="{046D7026-0DFD-08A6-6FF8-46CB24D5359D}"/>
              </a:ext>
            </a:extLst>
          </p:cNvPr>
          <p:cNvSpPr/>
          <p:nvPr/>
        </p:nvSpPr>
        <p:spPr bwMode="auto">
          <a:xfrm>
            <a:off x="959837" y="4069493"/>
            <a:ext cx="391168" cy="151956"/>
          </a:xfrm>
          <a:prstGeom prst="rect">
            <a:avLst/>
          </a:prstGeom>
          <a:noFill/>
          <a:ln w="28575" cap="flat" cmpd="sng" algn="ctr">
            <a:solidFill>
              <a:srgbClr val="2B31F4"/>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a:ln>
                <a:noFill/>
              </a:ln>
              <a:solidFill>
                <a:schemeClr val="tx1"/>
              </a:solidFill>
              <a:effectLst/>
              <a:latin typeface="Arial" charset="0"/>
              <a:ea typeface="华文楷体" pitchFamily="2" charset="-122"/>
            </a:endParaRPr>
          </a:p>
        </p:txBody>
      </p:sp>
      <p:sp>
        <p:nvSpPr>
          <p:cNvPr id="13" name="文字方塊 12">
            <a:extLst>
              <a:ext uri="{FF2B5EF4-FFF2-40B4-BE49-F238E27FC236}">
                <a16:creationId xmlns:a16="http://schemas.microsoft.com/office/drawing/2014/main" id="{CA6566C7-A287-657D-73EB-DD54E354E669}"/>
              </a:ext>
            </a:extLst>
          </p:cNvPr>
          <p:cNvSpPr txBox="1"/>
          <p:nvPr/>
        </p:nvSpPr>
        <p:spPr>
          <a:xfrm>
            <a:off x="1404344" y="4069493"/>
            <a:ext cx="1948455" cy="276999"/>
          </a:xfrm>
          <a:prstGeom prst="rect">
            <a:avLst/>
          </a:prstGeom>
          <a:solidFill>
            <a:srgbClr val="FDF3DB"/>
          </a:solidFill>
        </p:spPr>
        <p:txBody>
          <a:bodyPr wrap="square" rtlCol="0">
            <a:spAutoFit/>
          </a:bodyPr>
          <a:lstStyle>
            <a:defPPr>
              <a:defRPr lang="en-US"/>
            </a:defPPr>
            <a:lvl1pPr>
              <a:defRPr sz="1200" b="0">
                <a:latin typeface="微軟正黑體" panose="020B0604030504040204" pitchFamily="34" charset="-120"/>
                <a:ea typeface="微軟正黑體" panose="020B0604030504040204" pitchFamily="34" charset="-120"/>
              </a:defRPr>
            </a:lvl1pPr>
          </a:lstStyle>
          <a:p>
            <a:r>
              <a:rPr lang="zh-TW" altLang="en-US" dirty="0"/>
              <a:t>「最新公告」移除超連結</a:t>
            </a:r>
          </a:p>
        </p:txBody>
      </p:sp>
      <p:sp>
        <p:nvSpPr>
          <p:cNvPr id="16" name="文字方塊 15">
            <a:extLst>
              <a:ext uri="{FF2B5EF4-FFF2-40B4-BE49-F238E27FC236}">
                <a16:creationId xmlns:a16="http://schemas.microsoft.com/office/drawing/2014/main" id="{57D325D3-0DCD-5376-23AE-0D0AFA79724A}"/>
              </a:ext>
            </a:extLst>
          </p:cNvPr>
          <p:cNvSpPr txBox="1"/>
          <p:nvPr/>
        </p:nvSpPr>
        <p:spPr>
          <a:xfrm>
            <a:off x="6575367" y="3406807"/>
            <a:ext cx="377026" cy="369332"/>
          </a:xfrm>
          <a:prstGeom prst="rect">
            <a:avLst/>
          </a:prstGeom>
          <a:noFill/>
        </p:spPr>
        <p:txBody>
          <a:bodyPr wrap="none" rtlCol="0">
            <a:spAutoFit/>
          </a:bodyPr>
          <a:lstStyle/>
          <a:p>
            <a:r>
              <a:rPr lang="en-US" altLang="zh-TW" sz="1800" dirty="0">
                <a:solidFill>
                  <a:srgbClr val="2B31F4"/>
                </a:solidFill>
              </a:rPr>
              <a:t>1.</a:t>
            </a:r>
            <a:endParaRPr lang="zh-TW" altLang="en-US" sz="1800" dirty="0">
              <a:solidFill>
                <a:srgbClr val="2B31F4"/>
              </a:solidFill>
            </a:endParaRPr>
          </a:p>
        </p:txBody>
      </p:sp>
      <p:sp>
        <p:nvSpPr>
          <p:cNvPr id="17" name="文字方塊 16">
            <a:extLst>
              <a:ext uri="{FF2B5EF4-FFF2-40B4-BE49-F238E27FC236}">
                <a16:creationId xmlns:a16="http://schemas.microsoft.com/office/drawing/2014/main" id="{1A0EDCF0-42DB-D4F9-D050-BE98BDBD377E}"/>
              </a:ext>
            </a:extLst>
          </p:cNvPr>
          <p:cNvSpPr txBox="1"/>
          <p:nvPr/>
        </p:nvSpPr>
        <p:spPr>
          <a:xfrm>
            <a:off x="640478" y="3925775"/>
            <a:ext cx="377026" cy="369332"/>
          </a:xfrm>
          <a:prstGeom prst="rect">
            <a:avLst/>
          </a:prstGeom>
          <a:noFill/>
        </p:spPr>
        <p:txBody>
          <a:bodyPr wrap="none" rtlCol="0">
            <a:spAutoFit/>
          </a:bodyPr>
          <a:lstStyle/>
          <a:p>
            <a:r>
              <a:rPr lang="en-US" altLang="zh-TW" sz="1800" dirty="0">
                <a:solidFill>
                  <a:srgbClr val="2B31F4"/>
                </a:solidFill>
              </a:rPr>
              <a:t>2.</a:t>
            </a:r>
            <a:endParaRPr lang="zh-TW" altLang="en-US" sz="1800" dirty="0">
              <a:solidFill>
                <a:srgbClr val="2B31F4"/>
              </a:solidFill>
            </a:endParaRPr>
          </a:p>
        </p:txBody>
      </p:sp>
      <p:sp>
        <p:nvSpPr>
          <p:cNvPr id="3" name="文字方塊 2">
            <a:extLst>
              <a:ext uri="{FF2B5EF4-FFF2-40B4-BE49-F238E27FC236}">
                <a16:creationId xmlns:a16="http://schemas.microsoft.com/office/drawing/2014/main" id="{5FD14063-E912-3593-4F5D-AC4E36EF8073}"/>
              </a:ext>
            </a:extLst>
          </p:cNvPr>
          <p:cNvSpPr txBox="1"/>
          <p:nvPr/>
        </p:nvSpPr>
        <p:spPr>
          <a:xfrm>
            <a:off x="9226378" y="4893277"/>
            <a:ext cx="1454244" cy="1107996"/>
          </a:xfrm>
          <a:prstGeom prst="rect">
            <a:avLst/>
          </a:prstGeom>
          <a:solidFill>
            <a:srgbClr val="92D050"/>
          </a:solidFill>
        </p:spPr>
        <p:txBody>
          <a:bodyPr wrap="none" rtlCol="0">
            <a:spAutoFit/>
          </a:bodyPr>
          <a:lstStyle/>
          <a:p>
            <a:r>
              <a:rPr lang="en-US" altLang="zh-TW" sz="6600" dirty="0">
                <a:solidFill>
                  <a:schemeClr val="bg1"/>
                </a:solidFill>
              </a:rPr>
              <a:t>OK</a:t>
            </a:r>
            <a:endParaRPr lang="zh-TW" altLang="en-US" sz="6600" dirty="0">
              <a:solidFill>
                <a:schemeClr val="bg1"/>
              </a:solidFill>
            </a:endParaRPr>
          </a:p>
        </p:txBody>
      </p:sp>
    </p:spTree>
    <p:extLst>
      <p:ext uri="{BB962C8B-B14F-4D97-AF65-F5344CB8AC3E}">
        <p14:creationId xmlns:p14="http://schemas.microsoft.com/office/powerpoint/2010/main" val="3814060274"/>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9CAB29D-AF3F-9346-B955-279AC2CD3C92}"/>
              </a:ext>
            </a:extLst>
          </p:cNvPr>
          <p:cNvSpPr>
            <a:spLocks noGrp="1"/>
          </p:cNvSpPr>
          <p:nvPr>
            <p:ph type="title"/>
          </p:nvPr>
        </p:nvSpPr>
        <p:spPr>
          <a:xfrm>
            <a:off x="358605" y="147918"/>
            <a:ext cx="11116727" cy="622580"/>
          </a:xfrm>
        </p:spPr>
        <p:txBody>
          <a:bodyPr/>
          <a:lstStyle/>
          <a:p>
            <a:r>
              <a:rPr kumimoji="1" lang="zh-TW" altLang="en-US" b="1" dirty="0"/>
              <a:t>常見問題</a:t>
            </a:r>
            <a:r>
              <a:rPr kumimoji="1" lang="en-US" altLang="zh-TW" sz="1800" b="1" dirty="0">
                <a:solidFill>
                  <a:schemeClr val="tx1">
                    <a:lumMod val="50000"/>
                    <a:lumOff val="50000"/>
                  </a:schemeClr>
                </a:solidFill>
              </a:rPr>
              <a:t>(1.</a:t>
            </a:r>
            <a:r>
              <a:rPr kumimoji="1" lang="zh-TW" altLang="en-US" sz="1800" b="1" dirty="0">
                <a:solidFill>
                  <a:schemeClr val="tx1">
                    <a:lumMod val="50000"/>
                    <a:lumOff val="50000"/>
                  </a:schemeClr>
                </a:solidFill>
              </a:rPr>
              <a:t>、</a:t>
            </a:r>
            <a:r>
              <a:rPr kumimoji="1" lang="en-US" altLang="zh-TW" sz="1800" b="1" dirty="0">
                <a:solidFill>
                  <a:schemeClr val="tx1">
                    <a:lumMod val="50000"/>
                    <a:lumOff val="50000"/>
                  </a:schemeClr>
                </a:solidFill>
              </a:rPr>
              <a:t>2.</a:t>
            </a:r>
            <a:r>
              <a:rPr kumimoji="1" lang="zh-TW" altLang="en-US" sz="1800" b="1" dirty="0">
                <a:solidFill>
                  <a:schemeClr val="tx1">
                    <a:lumMod val="50000"/>
                    <a:lumOff val="50000"/>
                  </a:schemeClr>
                </a:solidFill>
              </a:rPr>
              <a:t>、</a:t>
            </a:r>
            <a:r>
              <a:rPr kumimoji="1" lang="en-US" altLang="zh-TW" sz="1800" b="1" dirty="0">
                <a:solidFill>
                  <a:schemeClr val="tx1">
                    <a:lumMod val="50000"/>
                    <a:lumOff val="50000"/>
                  </a:schemeClr>
                </a:solidFill>
              </a:rPr>
              <a:t>3.</a:t>
            </a:r>
            <a:r>
              <a:rPr kumimoji="1" lang="zh-TW" altLang="en-US" sz="1800" b="1" dirty="0">
                <a:solidFill>
                  <a:schemeClr val="tx1">
                    <a:lumMod val="50000"/>
                    <a:lumOff val="50000"/>
                  </a:schemeClr>
                </a:solidFill>
              </a:rPr>
              <a:t>優惠方案注意事項字體與原設計不同</a:t>
            </a:r>
            <a:r>
              <a:rPr kumimoji="1" lang="en-US" altLang="zh-TW" sz="1800" b="1" dirty="0">
                <a:solidFill>
                  <a:schemeClr val="tx1">
                    <a:lumMod val="50000"/>
                    <a:lumOff val="50000"/>
                  </a:schemeClr>
                </a:solidFill>
              </a:rPr>
              <a:t>)</a:t>
            </a:r>
            <a:endParaRPr kumimoji="1" lang="zh-TW" altLang="en-US" sz="1800" b="1" dirty="0"/>
          </a:p>
        </p:txBody>
      </p:sp>
      <p:pic>
        <p:nvPicPr>
          <p:cNvPr id="4" name="圖片 3">
            <a:extLst>
              <a:ext uri="{FF2B5EF4-FFF2-40B4-BE49-F238E27FC236}">
                <a16:creationId xmlns:a16="http://schemas.microsoft.com/office/drawing/2014/main" id="{AFC1A9CE-2D52-B84B-3CD1-BE7449A88DDD}"/>
              </a:ext>
            </a:extLst>
          </p:cNvPr>
          <p:cNvPicPr>
            <a:picLocks noChangeAspect="1"/>
          </p:cNvPicPr>
          <p:nvPr/>
        </p:nvPicPr>
        <p:blipFill>
          <a:blip r:embed="rId2"/>
          <a:stretch>
            <a:fillRect/>
          </a:stretch>
        </p:blipFill>
        <p:spPr>
          <a:xfrm>
            <a:off x="469555" y="916989"/>
            <a:ext cx="8218515" cy="5474972"/>
          </a:xfrm>
          <a:prstGeom prst="rect">
            <a:avLst/>
          </a:prstGeom>
        </p:spPr>
      </p:pic>
      <p:pic>
        <p:nvPicPr>
          <p:cNvPr id="6" name="圖片 5">
            <a:extLst>
              <a:ext uri="{FF2B5EF4-FFF2-40B4-BE49-F238E27FC236}">
                <a16:creationId xmlns:a16="http://schemas.microsoft.com/office/drawing/2014/main" id="{37ABE657-8394-2350-C03C-2F1254770EF3}"/>
              </a:ext>
            </a:extLst>
          </p:cNvPr>
          <p:cNvPicPr>
            <a:picLocks noChangeAspect="1"/>
          </p:cNvPicPr>
          <p:nvPr/>
        </p:nvPicPr>
        <p:blipFill>
          <a:blip r:embed="rId3"/>
          <a:stretch>
            <a:fillRect/>
          </a:stretch>
        </p:blipFill>
        <p:spPr>
          <a:xfrm>
            <a:off x="7488196" y="3643020"/>
            <a:ext cx="4362612" cy="2930538"/>
          </a:xfrm>
          <a:prstGeom prst="rect">
            <a:avLst/>
          </a:prstGeom>
          <a:ln w="19050">
            <a:solidFill>
              <a:srgbClr val="FF0000"/>
            </a:solidFill>
            <a:prstDash val="dash"/>
          </a:ln>
        </p:spPr>
      </p:pic>
      <p:sp>
        <p:nvSpPr>
          <p:cNvPr id="7" name="矩形 6">
            <a:extLst>
              <a:ext uri="{FF2B5EF4-FFF2-40B4-BE49-F238E27FC236}">
                <a16:creationId xmlns:a16="http://schemas.microsoft.com/office/drawing/2014/main" id="{656C05D0-C81F-1D4C-544A-533F7493EFDD}"/>
              </a:ext>
            </a:extLst>
          </p:cNvPr>
          <p:cNvSpPr/>
          <p:nvPr/>
        </p:nvSpPr>
        <p:spPr bwMode="auto">
          <a:xfrm>
            <a:off x="3921211" y="1039864"/>
            <a:ext cx="1032525" cy="434711"/>
          </a:xfrm>
          <a:prstGeom prst="rect">
            <a:avLst/>
          </a:prstGeom>
          <a:noFill/>
          <a:ln w="28575" cap="flat" cmpd="sng" algn="ctr">
            <a:solidFill>
              <a:srgbClr val="2B31F4"/>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a:ln>
                <a:noFill/>
              </a:ln>
              <a:solidFill>
                <a:schemeClr val="tx1"/>
              </a:solidFill>
              <a:effectLst/>
              <a:latin typeface="Arial" charset="0"/>
              <a:ea typeface="华文楷体" pitchFamily="2" charset="-122"/>
            </a:endParaRPr>
          </a:p>
        </p:txBody>
      </p:sp>
      <p:sp>
        <p:nvSpPr>
          <p:cNvPr id="9" name="文字方塊 8">
            <a:extLst>
              <a:ext uri="{FF2B5EF4-FFF2-40B4-BE49-F238E27FC236}">
                <a16:creationId xmlns:a16="http://schemas.microsoft.com/office/drawing/2014/main" id="{FDC9ABF3-1CDA-5EB8-6217-14C02A77FA6F}"/>
              </a:ext>
            </a:extLst>
          </p:cNvPr>
          <p:cNvSpPr txBox="1"/>
          <p:nvPr/>
        </p:nvSpPr>
        <p:spPr>
          <a:xfrm>
            <a:off x="3937687" y="1072291"/>
            <a:ext cx="377026" cy="369332"/>
          </a:xfrm>
          <a:prstGeom prst="rect">
            <a:avLst/>
          </a:prstGeom>
          <a:noFill/>
        </p:spPr>
        <p:txBody>
          <a:bodyPr wrap="none" rtlCol="0">
            <a:spAutoFit/>
          </a:bodyPr>
          <a:lstStyle/>
          <a:p>
            <a:r>
              <a:rPr lang="en-US" altLang="zh-TW" sz="1800" dirty="0">
                <a:solidFill>
                  <a:srgbClr val="2B31F4"/>
                </a:solidFill>
              </a:rPr>
              <a:t>1.</a:t>
            </a:r>
            <a:endParaRPr lang="zh-TW" altLang="en-US" sz="1800" dirty="0">
              <a:solidFill>
                <a:srgbClr val="2B31F4"/>
              </a:solidFill>
            </a:endParaRPr>
          </a:p>
        </p:txBody>
      </p:sp>
      <p:sp>
        <p:nvSpPr>
          <p:cNvPr id="10" name="矩形 9">
            <a:extLst>
              <a:ext uri="{FF2B5EF4-FFF2-40B4-BE49-F238E27FC236}">
                <a16:creationId xmlns:a16="http://schemas.microsoft.com/office/drawing/2014/main" id="{D7E12231-7A86-F169-6E1E-1931AE5B5D10}"/>
              </a:ext>
            </a:extLst>
          </p:cNvPr>
          <p:cNvSpPr/>
          <p:nvPr/>
        </p:nvSpPr>
        <p:spPr bwMode="auto">
          <a:xfrm>
            <a:off x="2080054" y="1645345"/>
            <a:ext cx="2873682" cy="434711"/>
          </a:xfrm>
          <a:prstGeom prst="rect">
            <a:avLst/>
          </a:prstGeom>
          <a:noFill/>
          <a:ln w="28575" cap="flat" cmpd="sng" algn="ctr">
            <a:solidFill>
              <a:srgbClr val="2B31F4"/>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a:ln>
                <a:noFill/>
              </a:ln>
              <a:solidFill>
                <a:schemeClr val="tx1"/>
              </a:solidFill>
              <a:effectLst/>
              <a:latin typeface="Arial" charset="0"/>
              <a:ea typeface="华文楷体" pitchFamily="2" charset="-122"/>
            </a:endParaRPr>
          </a:p>
        </p:txBody>
      </p:sp>
      <p:sp>
        <p:nvSpPr>
          <p:cNvPr id="11" name="文字方塊 10">
            <a:extLst>
              <a:ext uri="{FF2B5EF4-FFF2-40B4-BE49-F238E27FC236}">
                <a16:creationId xmlns:a16="http://schemas.microsoft.com/office/drawing/2014/main" id="{4789E602-5559-1716-419E-5101B2142155}"/>
              </a:ext>
            </a:extLst>
          </p:cNvPr>
          <p:cNvSpPr txBox="1"/>
          <p:nvPr/>
        </p:nvSpPr>
        <p:spPr>
          <a:xfrm>
            <a:off x="2211860" y="1710724"/>
            <a:ext cx="407773" cy="369332"/>
          </a:xfrm>
          <a:prstGeom prst="rect">
            <a:avLst/>
          </a:prstGeom>
          <a:noFill/>
        </p:spPr>
        <p:txBody>
          <a:bodyPr wrap="square" rtlCol="0">
            <a:spAutoFit/>
          </a:bodyPr>
          <a:lstStyle/>
          <a:p>
            <a:r>
              <a:rPr lang="en-US" altLang="zh-TW" sz="1800" dirty="0">
                <a:solidFill>
                  <a:srgbClr val="2B31F4"/>
                </a:solidFill>
              </a:rPr>
              <a:t>2.</a:t>
            </a:r>
            <a:endParaRPr lang="zh-TW" altLang="en-US" sz="1800" dirty="0">
              <a:solidFill>
                <a:srgbClr val="2B31F4"/>
              </a:solidFill>
            </a:endParaRPr>
          </a:p>
        </p:txBody>
      </p:sp>
      <p:sp>
        <p:nvSpPr>
          <p:cNvPr id="13" name="矩形 12">
            <a:extLst>
              <a:ext uri="{FF2B5EF4-FFF2-40B4-BE49-F238E27FC236}">
                <a16:creationId xmlns:a16="http://schemas.microsoft.com/office/drawing/2014/main" id="{D1834508-C4C3-14CF-1BD3-F397B2390AED}"/>
              </a:ext>
            </a:extLst>
          </p:cNvPr>
          <p:cNvSpPr/>
          <p:nvPr/>
        </p:nvSpPr>
        <p:spPr bwMode="auto">
          <a:xfrm>
            <a:off x="2080053" y="2115339"/>
            <a:ext cx="4798541" cy="693073"/>
          </a:xfrm>
          <a:prstGeom prst="rect">
            <a:avLst/>
          </a:prstGeom>
          <a:noFill/>
          <a:ln w="28575" cap="flat" cmpd="sng" algn="ctr">
            <a:solidFill>
              <a:srgbClr val="2B31F4"/>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a:ln>
                <a:noFill/>
              </a:ln>
              <a:solidFill>
                <a:schemeClr val="tx1"/>
              </a:solidFill>
              <a:effectLst/>
              <a:latin typeface="Arial" charset="0"/>
              <a:ea typeface="华文楷体" pitchFamily="2" charset="-122"/>
            </a:endParaRPr>
          </a:p>
        </p:txBody>
      </p:sp>
      <p:sp>
        <p:nvSpPr>
          <p:cNvPr id="14" name="文字方塊 13">
            <a:extLst>
              <a:ext uri="{FF2B5EF4-FFF2-40B4-BE49-F238E27FC236}">
                <a16:creationId xmlns:a16="http://schemas.microsoft.com/office/drawing/2014/main" id="{3DC426FA-E3DE-2411-7B7C-7E2A79107717}"/>
              </a:ext>
            </a:extLst>
          </p:cNvPr>
          <p:cNvSpPr txBox="1"/>
          <p:nvPr/>
        </p:nvSpPr>
        <p:spPr>
          <a:xfrm>
            <a:off x="2211859" y="2155045"/>
            <a:ext cx="407773" cy="369332"/>
          </a:xfrm>
          <a:prstGeom prst="rect">
            <a:avLst/>
          </a:prstGeom>
          <a:noFill/>
        </p:spPr>
        <p:txBody>
          <a:bodyPr wrap="square" rtlCol="0">
            <a:spAutoFit/>
          </a:bodyPr>
          <a:lstStyle/>
          <a:p>
            <a:r>
              <a:rPr lang="en-US" altLang="zh-TW" sz="1800" dirty="0">
                <a:solidFill>
                  <a:srgbClr val="2B31F4"/>
                </a:solidFill>
              </a:rPr>
              <a:t>3.</a:t>
            </a:r>
            <a:endParaRPr lang="zh-TW" altLang="en-US" sz="1800" dirty="0">
              <a:solidFill>
                <a:srgbClr val="2B31F4"/>
              </a:solidFill>
            </a:endParaRPr>
          </a:p>
        </p:txBody>
      </p:sp>
      <p:sp>
        <p:nvSpPr>
          <p:cNvPr id="15" name="文字方塊 14">
            <a:extLst>
              <a:ext uri="{FF2B5EF4-FFF2-40B4-BE49-F238E27FC236}">
                <a16:creationId xmlns:a16="http://schemas.microsoft.com/office/drawing/2014/main" id="{DC4660E0-6419-14FE-D853-4543E62CEF8B}"/>
              </a:ext>
            </a:extLst>
          </p:cNvPr>
          <p:cNvSpPr txBox="1"/>
          <p:nvPr/>
        </p:nvSpPr>
        <p:spPr>
          <a:xfrm>
            <a:off x="5085542" y="1710724"/>
            <a:ext cx="2468555" cy="276999"/>
          </a:xfrm>
          <a:prstGeom prst="rect">
            <a:avLst/>
          </a:prstGeom>
          <a:solidFill>
            <a:srgbClr val="FDF3DB"/>
          </a:solidFill>
        </p:spPr>
        <p:txBody>
          <a:bodyPr wrap="square" rtlCol="0">
            <a:spAutoFit/>
          </a:bodyPr>
          <a:lstStyle>
            <a:defPPr>
              <a:defRPr lang="en-US"/>
            </a:defPPr>
            <a:lvl1pPr>
              <a:defRPr sz="1200" b="0">
                <a:latin typeface="微軟正黑體" panose="020B0604030504040204" pitchFamily="34" charset="-120"/>
                <a:ea typeface="微軟正黑體" panose="020B0604030504040204" pitchFamily="34" charset="-120"/>
              </a:defRPr>
            </a:lvl1pPr>
          </a:lstStyle>
          <a:p>
            <a:r>
              <a:rPr lang="zh-TW" altLang="en-US" dirty="0"/>
              <a:t>問題與回答字體皆與設計不同</a:t>
            </a:r>
          </a:p>
        </p:txBody>
      </p:sp>
      <p:sp>
        <p:nvSpPr>
          <p:cNvPr id="3" name="文字方塊 2">
            <a:extLst>
              <a:ext uri="{FF2B5EF4-FFF2-40B4-BE49-F238E27FC236}">
                <a16:creationId xmlns:a16="http://schemas.microsoft.com/office/drawing/2014/main" id="{D7F3AA6C-9E3D-1C32-CBBB-0B6F16B5061F}"/>
              </a:ext>
            </a:extLst>
          </p:cNvPr>
          <p:cNvSpPr txBox="1"/>
          <p:nvPr/>
        </p:nvSpPr>
        <p:spPr>
          <a:xfrm>
            <a:off x="9275805" y="1871797"/>
            <a:ext cx="1454244" cy="1107996"/>
          </a:xfrm>
          <a:prstGeom prst="rect">
            <a:avLst/>
          </a:prstGeom>
          <a:solidFill>
            <a:srgbClr val="92D050"/>
          </a:solidFill>
        </p:spPr>
        <p:txBody>
          <a:bodyPr wrap="none" rtlCol="0">
            <a:spAutoFit/>
          </a:bodyPr>
          <a:lstStyle/>
          <a:p>
            <a:r>
              <a:rPr lang="en-US" altLang="zh-TW" sz="6600" dirty="0">
                <a:solidFill>
                  <a:schemeClr val="bg1"/>
                </a:solidFill>
              </a:rPr>
              <a:t>OK</a:t>
            </a:r>
            <a:endParaRPr lang="zh-TW" altLang="en-US" sz="6600" dirty="0">
              <a:solidFill>
                <a:schemeClr val="bg1"/>
              </a:solidFill>
            </a:endParaRPr>
          </a:p>
        </p:txBody>
      </p:sp>
    </p:spTree>
    <p:extLst>
      <p:ext uri="{BB962C8B-B14F-4D97-AF65-F5344CB8AC3E}">
        <p14:creationId xmlns:p14="http://schemas.microsoft.com/office/powerpoint/2010/main" val="1269429525"/>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9CAB29D-AF3F-9346-B955-279AC2CD3C92}"/>
              </a:ext>
            </a:extLst>
          </p:cNvPr>
          <p:cNvSpPr>
            <a:spLocks noGrp="1"/>
          </p:cNvSpPr>
          <p:nvPr>
            <p:ph type="title"/>
          </p:nvPr>
        </p:nvSpPr>
        <p:spPr>
          <a:xfrm>
            <a:off x="358605" y="147918"/>
            <a:ext cx="11116727" cy="622580"/>
          </a:xfrm>
        </p:spPr>
        <p:txBody>
          <a:bodyPr/>
          <a:lstStyle/>
          <a:p>
            <a:r>
              <a:rPr kumimoji="1" lang="zh-TW" altLang="en-US" b="1" dirty="0"/>
              <a:t>投資警語</a:t>
            </a:r>
            <a:r>
              <a:rPr kumimoji="1" lang="en-US" altLang="zh-TW" sz="1800" b="1" dirty="0">
                <a:solidFill>
                  <a:schemeClr val="tx1">
                    <a:lumMod val="50000"/>
                    <a:lumOff val="50000"/>
                  </a:schemeClr>
                </a:solidFill>
              </a:rPr>
              <a:t>(1.</a:t>
            </a:r>
            <a:r>
              <a:rPr kumimoji="1" lang="zh-TW" altLang="en-US" sz="1800" b="1" dirty="0">
                <a:solidFill>
                  <a:schemeClr val="tx1">
                    <a:lumMod val="50000"/>
                    <a:lumOff val="50000"/>
                  </a:schemeClr>
                </a:solidFill>
              </a:rPr>
              <a:t>、</a:t>
            </a:r>
            <a:r>
              <a:rPr kumimoji="1" lang="en-US" altLang="zh-TW" sz="1800" b="1" dirty="0">
                <a:solidFill>
                  <a:schemeClr val="tx1">
                    <a:lumMod val="50000"/>
                    <a:lumOff val="50000"/>
                  </a:schemeClr>
                </a:solidFill>
              </a:rPr>
              <a:t>2.</a:t>
            </a:r>
            <a:r>
              <a:rPr kumimoji="1" lang="zh-TW" altLang="en-US" sz="1800" b="1" dirty="0">
                <a:solidFill>
                  <a:schemeClr val="tx1">
                    <a:lumMod val="50000"/>
                    <a:lumOff val="50000"/>
                  </a:schemeClr>
                </a:solidFill>
              </a:rPr>
              <a:t> 投資警語字體與原設計不同</a:t>
            </a:r>
            <a:r>
              <a:rPr kumimoji="1" lang="en-US" altLang="zh-TW" sz="1800" b="1" dirty="0">
                <a:solidFill>
                  <a:schemeClr val="tx1">
                    <a:lumMod val="50000"/>
                    <a:lumOff val="50000"/>
                  </a:schemeClr>
                </a:solidFill>
              </a:rPr>
              <a:t>)</a:t>
            </a:r>
            <a:endParaRPr kumimoji="1" lang="zh-TW" altLang="en-US" sz="1800" b="1" dirty="0"/>
          </a:p>
        </p:txBody>
      </p:sp>
      <p:pic>
        <p:nvPicPr>
          <p:cNvPr id="5" name="圖片 4">
            <a:extLst>
              <a:ext uri="{FF2B5EF4-FFF2-40B4-BE49-F238E27FC236}">
                <a16:creationId xmlns:a16="http://schemas.microsoft.com/office/drawing/2014/main" id="{BAD0CC02-EB1C-F7F4-4058-06CF150E7B52}"/>
              </a:ext>
            </a:extLst>
          </p:cNvPr>
          <p:cNvPicPr>
            <a:picLocks noChangeAspect="1"/>
          </p:cNvPicPr>
          <p:nvPr/>
        </p:nvPicPr>
        <p:blipFill>
          <a:blip r:embed="rId2"/>
          <a:stretch>
            <a:fillRect/>
          </a:stretch>
        </p:blipFill>
        <p:spPr>
          <a:xfrm>
            <a:off x="107093" y="845022"/>
            <a:ext cx="8822724" cy="3933968"/>
          </a:xfrm>
          <a:prstGeom prst="rect">
            <a:avLst/>
          </a:prstGeom>
        </p:spPr>
      </p:pic>
      <p:sp>
        <p:nvSpPr>
          <p:cNvPr id="8" name="矩形 7">
            <a:extLst>
              <a:ext uri="{FF2B5EF4-FFF2-40B4-BE49-F238E27FC236}">
                <a16:creationId xmlns:a16="http://schemas.microsoft.com/office/drawing/2014/main" id="{EA1C8018-24BA-6646-DAC2-A3BDC12F9FA9}"/>
              </a:ext>
            </a:extLst>
          </p:cNvPr>
          <p:cNvSpPr/>
          <p:nvPr/>
        </p:nvSpPr>
        <p:spPr bwMode="auto">
          <a:xfrm>
            <a:off x="3591697" y="1023389"/>
            <a:ext cx="1919417" cy="434711"/>
          </a:xfrm>
          <a:prstGeom prst="rect">
            <a:avLst/>
          </a:prstGeom>
          <a:noFill/>
          <a:ln w="28575" cap="flat" cmpd="sng" algn="ctr">
            <a:solidFill>
              <a:srgbClr val="2B31F4"/>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a:ln>
                <a:noFill/>
              </a:ln>
              <a:solidFill>
                <a:schemeClr val="tx1"/>
              </a:solidFill>
              <a:effectLst/>
              <a:latin typeface="Arial" charset="0"/>
              <a:ea typeface="华文楷体" pitchFamily="2" charset="-122"/>
            </a:endParaRPr>
          </a:p>
        </p:txBody>
      </p:sp>
      <p:sp>
        <p:nvSpPr>
          <p:cNvPr id="12" name="文字方塊 11">
            <a:extLst>
              <a:ext uri="{FF2B5EF4-FFF2-40B4-BE49-F238E27FC236}">
                <a16:creationId xmlns:a16="http://schemas.microsoft.com/office/drawing/2014/main" id="{BD816295-6997-A3E0-D93B-7E4C208A9866}"/>
              </a:ext>
            </a:extLst>
          </p:cNvPr>
          <p:cNvSpPr txBox="1"/>
          <p:nvPr/>
        </p:nvSpPr>
        <p:spPr>
          <a:xfrm>
            <a:off x="3608173" y="1055816"/>
            <a:ext cx="377026" cy="369332"/>
          </a:xfrm>
          <a:prstGeom prst="rect">
            <a:avLst/>
          </a:prstGeom>
          <a:noFill/>
        </p:spPr>
        <p:txBody>
          <a:bodyPr wrap="none" rtlCol="0">
            <a:spAutoFit/>
          </a:bodyPr>
          <a:lstStyle/>
          <a:p>
            <a:r>
              <a:rPr lang="en-US" altLang="zh-TW" sz="1800" dirty="0">
                <a:solidFill>
                  <a:srgbClr val="2B31F4"/>
                </a:solidFill>
              </a:rPr>
              <a:t>1.</a:t>
            </a:r>
            <a:endParaRPr lang="zh-TW" altLang="en-US" sz="1800" dirty="0">
              <a:solidFill>
                <a:srgbClr val="2B31F4"/>
              </a:solidFill>
            </a:endParaRPr>
          </a:p>
        </p:txBody>
      </p:sp>
      <p:pic>
        <p:nvPicPr>
          <p:cNvPr id="17" name="圖片 16">
            <a:extLst>
              <a:ext uri="{FF2B5EF4-FFF2-40B4-BE49-F238E27FC236}">
                <a16:creationId xmlns:a16="http://schemas.microsoft.com/office/drawing/2014/main" id="{81DEA55A-8CA1-1B38-28F3-73248998EC0A}"/>
              </a:ext>
            </a:extLst>
          </p:cNvPr>
          <p:cNvPicPr>
            <a:picLocks noChangeAspect="1"/>
          </p:cNvPicPr>
          <p:nvPr/>
        </p:nvPicPr>
        <p:blipFill>
          <a:blip r:embed="rId3"/>
          <a:stretch>
            <a:fillRect/>
          </a:stretch>
        </p:blipFill>
        <p:spPr>
          <a:xfrm>
            <a:off x="8011985" y="3435178"/>
            <a:ext cx="3937127" cy="3393391"/>
          </a:xfrm>
          <a:prstGeom prst="rect">
            <a:avLst/>
          </a:prstGeom>
          <a:ln w="19050">
            <a:solidFill>
              <a:srgbClr val="FF0000"/>
            </a:solidFill>
            <a:prstDash val="dash"/>
          </a:ln>
        </p:spPr>
      </p:pic>
      <p:sp>
        <p:nvSpPr>
          <p:cNvPr id="18" name="矩形 17">
            <a:extLst>
              <a:ext uri="{FF2B5EF4-FFF2-40B4-BE49-F238E27FC236}">
                <a16:creationId xmlns:a16="http://schemas.microsoft.com/office/drawing/2014/main" id="{9872240A-7500-525B-5FB3-27362F90AA71}"/>
              </a:ext>
            </a:extLst>
          </p:cNvPr>
          <p:cNvSpPr/>
          <p:nvPr/>
        </p:nvSpPr>
        <p:spPr bwMode="auto">
          <a:xfrm>
            <a:off x="1383957" y="1636467"/>
            <a:ext cx="5931243" cy="3142523"/>
          </a:xfrm>
          <a:prstGeom prst="rect">
            <a:avLst/>
          </a:prstGeom>
          <a:noFill/>
          <a:ln w="28575" cap="flat" cmpd="sng" algn="ctr">
            <a:solidFill>
              <a:srgbClr val="2B31F4"/>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a:ln>
                <a:noFill/>
              </a:ln>
              <a:solidFill>
                <a:schemeClr val="tx1"/>
              </a:solidFill>
              <a:effectLst/>
              <a:latin typeface="Arial" charset="0"/>
              <a:ea typeface="华文楷体" pitchFamily="2" charset="-122"/>
            </a:endParaRPr>
          </a:p>
        </p:txBody>
      </p:sp>
      <p:sp>
        <p:nvSpPr>
          <p:cNvPr id="19" name="文字方塊 18">
            <a:extLst>
              <a:ext uri="{FF2B5EF4-FFF2-40B4-BE49-F238E27FC236}">
                <a16:creationId xmlns:a16="http://schemas.microsoft.com/office/drawing/2014/main" id="{E4DE7FA5-C190-621D-6723-353376A88BA2}"/>
              </a:ext>
            </a:extLst>
          </p:cNvPr>
          <p:cNvSpPr txBox="1"/>
          <p:nvPr/>
        </p:nvSpPr>
        <p:spPr>
          <a:xfrm>
            <a:off x="1552833" y="1636467"/>
            <a:ext cx="407773" cy="369332"/>
          </a:xfrm>
          <a:prstGeom prst="rect">
            <a:avLst/>
          </a:prstGeom>
          <a:noFill/>
        </p:spPr>
        <p:txBody>
          <a:bodyPr wrap="square" rtlCol="0">
            <a:spAutoFit/>
          </a:bodyPr>
          <a:lstStyle/>
          <a:p>
            <a:r>
              <a:rPr lang="en-US" altLang="zh-TW" sz="1800" dirty="0">
                <a:solidFill>
                  <a:srgbClr val="2B31F4"/>
                </a:solidFill>
              </a:rPr>
              <a:t>2.</a:t>
            </a:r>
            <a:endParaRPr lang="zh-TW" altLang="en-US" sz="1800" dirty="0">
              <a:solidFill>
                <a:srgbClr val="2B31F4"/>
              </a:solidFill>
            </a:endParaRPr>
          </a:p>
        </p:txBody>
      </p:sp>
      <p:sp>
        <p:nvSpPr>
          <p:cNvPr id="3" name="文字方塊 2">
            <a:extLst>
              <a:ext uri="{FF2B5EF4-FFF2-40B4-BE49-F238E27FC236}">
                <a16:creationId xmlns:a16="http://schemas.microsoft.com/office/drawing/2014/main" id="{937727FA-F8B4-DEDF-E612-24569CF37632}"/>
              </a:ext>
            </a:extLst>
          </p:cNvPr>
          <p:cNvSpPr txBox="1"/>
          <p:nvPr/>
        </p:nvSpPr>
        <p:spPr>
          <a:xfrm>
            <a:off x="9275805" y="1871797"/>
            <a:ext cx="1454244" cy="1107996"/>
          </a:xfrm>
          <a:prstGeom prst="rect">
            <a:avLst/>
          </a:prstGeom>
          <a:solidFill>
            <a:srgbClr val="92D050"/>
          </a:solidFill>
        </p:spPr>
        <p:txBody>
          <a:bodyPr wrap="none" rtlCol="0">
            <a:spAutoFit/>
          </a:bodyPr>
          <a:lstStyle/>
          <a:p>
            <a:r>
              <a:rPr lang="en-US" altLang="zh-TW" sz="6600" dirty="0">
                <a:solidFill>
                  <a:schemeClr val="bg1"/>
                </a:solidFill>
              </a:rPr>
              <a:t>OK</a:t>
            </a:r>
            <a:endParaRPr lang="zh-TW" altLang="en-US" sz="6600" dirty="0">
              <a:solidFill>
                <a:schemeClr val="bg1"/>
              </a:solidFill>
            </a:endParaRPr>
          </a:p>
        </p:txBody>
      </p:sp>
    </p:spTree>
    <p:extLst>
      <p:ext uri="{BB962C8B-B14F-4D97-AF65-F5344CB8AC3E}">
        <p14:creationId xmlns:p14="http://schemas.microsoft.com/office/powerpoint/2010/main" val="2606747520"/>
      </p:ext>
    </p:extLst>
  </p:cSld>
  <p:clrMapOvr>
    <a:masterClrMapping/>
  </p:clrMapOvr>
  <p:transition spd="med"/>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10;&lt;root&gt;&lt;version val=&quot;14478&quot;/&gt;&lt;partner val=&quot;536&quot;/&gt;&lt;CPresentation id=&quot;1&quot;&gt;&lt;m_defprecNumber idref=&quot;2&quot;/&gt;&lt;m_defprecPercent idref=&quot;3&quot;/&gt;&lt;m_defprecDate idref=&quot;4&quot;/&gt;&lt;m_defprecYear idref=&quot;5&quot;/&gt;&lt;m_defprecQuarter idref=&quot;6&quot;/&gt;&lt;m_defprecMonth idref=&quot;7&quot;/&gt;&lt;m_defprecWeek idref=&quot;8&quot;/&gt;&lt;m_defprecDay idref=&quot;9&quot;/&gt;&lt;/CPresentation&gt;&lt;CDefaultPrec id=&quot;9&quot;&gt;&lt;m_precDefault/&gt;&lt;/CDefaultPrec&gt;&lt;CDefaultPrec id=&quot;8&quot;&gt;&lt;m_precDefault/&gt;&lt;/CDefaultPrec&gt;&lt;CDefaultPrec id=&quot;7&quot;&gt;&lt;m_precDefault/&gt;&lt;/CDefaultPrec&gt;&lt;CDefaultPrec id=&quot;6&quot;&gt;&lt;m_precDefault/&gt;&lt;/CDefaultPrec&gt;&lt;CDefaultPrec id=&quot;5&quot;&gt;&lt;m_precDefault/&gt;&lt;/CDefaultPrec&gt;&lt;CDefaultPrec id=&quot;4&quot;&gt;&lt;m_precDefault/&gt;&lt;/CDefaultPrec&gt;&lt;CDefaultPrec id=&quot;3&quot;&gt;&lt;m_precDefault/&gt;&lt;/CDefaultPrec&gt;&lt;CDefaultPrec id=&quot;2&quot;&gt;&lt;m_precDefault&gt;&lt;m_chDecimalSymbol val=&quot;.&quot;&gt;.&lt;/m_chDecimalSymbol&gt;&lt;m_nGroupingDigits val=&quot;3&quot;/&gt;&lt;m_chGroupingSymbol val=&quot;,&quot;&gt;,&lt;/m_chGroupingSymbol&gt;&lt;/m_precDefault&gt;&lt;/CDefaultPrec&gt;&lt;/root&gt;"/>
  <p:tag name="THINKCELLUNDODONOTDELETE" val="1474"/>
</p:tagLst>
</file>

<file path=ppt/tags/tag2.xml><?xml version="1.0" encoding="utf-8"?>
<p:tagLst xmlns:a="http://schemas.openxmlformats.org/drawingml/2006/main" xmlns:r="http://schemas.openxmlformats.org/officeDocument/2006/relationships" xmlns:p="http://schemas.openxmlformats.org/presentationml/2006/main">
  <p:tag name="NAME" val="McK Disclaimer"/>
  <p:tag name="RESIZE" val="Yes"/>
  <p:tag name="LLEFT" val=" 210.125"/>
  <p:tag name="LTOP" val=" 469.875"/>
</p:tagLst>
</file>

<file path=ppt/theme/theme1.xml><?xml version="1.0" encoding="utf-8"?>
<a:theme xmlns:a="http://schemas.openxmlformats.org/drawingml/2006/main" name="Universal 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Universal Template">
      <a:majorFont>
        <a:latin typeface="Arial"/>
        <a:ea typeface=""/>
        <a:cs typeface=""/>
      </a:majorFont>
      <a:minorFont>
        <a:latin typeface="Times New Roman"/>
        <a:ea typeface="標楷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4000" b="1" i="0" u="none" strike="noStrike" cap="none" normalizeH="0" baseline="0" smtClean="0">
            <a:ln>
              <a:noFill/>
            </a:ln>
            <a:solidFill>
              <a:schemeClr val="tx1"/>
            </a:solidFill>
            <a:effectLst/>
            <a:latin typeface="Arial" charset="0"/>
            <a:ea typeface="华文楷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4000" b="1" i="0" u="none" strike="noStrike" cap="none" normalizeH="0" baseline="0" smtClean="0">
            <a:ln>
              <a:noFill/>
            </a:ln>
            <a:solidFill>
              <a:schemeClr val="tx1"/>
            </a:solidFill>
            <a:effectLst/>
            <a:latin typeface="Arial" charset="0"/>
            <a:ea typeface="华文楷体" pitchFamily="2" charset="-122"/>
          </a:defRPr>
        </a:defPPr>
      </a:lstStyle>
    </a:lnDef>
  </a:objectDefaults>
  <a:extraClrSchemeLst>
    <a:extraClrScheme>
      <a:clrScheme name="Universal Template 1">
        <a:dk1>
          <a:srgbClr val="000000"/>
        </a:dk1>
        <a:lt1>
          <a:srgbClr val="FFFFFF"/>
        </a:lt1>
        <a:dk2>
          <a:srgbClr val="000000"/>
        </a:dk2>
        <a:lt2>
          <a:srgbClr val="FFFFFF"/>
        </a:lt2>
        <a:accent1>
          <a:srgbClr val="FFFFFF"/>
        </a:accent1>
        <a:accent2>
          <a:srgbClr val="D0D0D0"/>
        </a:accent2>
        <a:accent3>
          <a:srgbClr val="FFFFFF"/>
        </a:accent3>
        <a:accent4>
          <a:srgbClr val="000000"/>
        </a:accent4>
        <a:accent5>
          <a:srgbClr val="FFFFFF"/>
        </a:accent5>
        <a:accent6>
          <a:srgbClr val="BCBCBC"/>
        </a:accent6>
        <a:hlink>
          <a:srgbClr val="909090"/>
        </a:hlink>
        <a:folHlink>
          <a:srgbClr val="606060"/>
        </a:folHlink>
      </a:clrScheme>
      <a:clrMap bg1="lt1" tx1="dk1" bg2="lt2" tx2="dk2" accent1="accent1" accent2="accent2" accent3="accent3" accent4="accent4" accent5="accent5" accent6="accent6" hlink="hlink" folHlink="folHlink"/>
    </a:extraClrScheme>
    <a:extraClrScheme>
      <a:clrScheme name="Universal Template 2">
        <a:dk1>
          <a:srgbClr val="000000"/>
        </a:dk1>
        <a:lt1>
          <a:srgbClr val="FFFFFF"/>
        </a:lt1>
        <a:dk2>
          <a:srgbClr val="002960"/>
        </a:dk2>
        <a:lt2>
          <a:srgbClr val="FFFFFF"/>
        </a:lt2>
        <a:accent1>
          <a:srgbClr val="C7E0FB"/>
        </a:accent1>
        <a:accent2>
          <a:srgbClr val="91B0FF"/>
        </a:accent2>
        <a:accent3>
          <a:srgbClr val="FFFFFF"/>
        </a:accent3>
        <a:accent4>
          <a:srgbClr val="000000"/>
        </a:accent4>
        <a:accent5>
          <a:srgbClr val="E0EDFD"/>
        </a:accent5>
        <a:accent6>
          <a:srgbClr val="839FE7"/>
        </a:accent6>
        <a:hlink>
          <a:srgbClr val="0066CC"/>
        </a:hlink>
        <a:folHlink>
          <a:srgbClr val="002960"/>
        </a:folHlink>
      </a:clrScheme>
      <a:clrMap bg1="lt1" tx1="dk1" bg2="lt2" tx2="dk2" accent1="accent1" accent2="accent2" accent3="accent3" accent4="accent4" accent5="accent5" accent6="accent6" hlink="hlink" folHlink="folHlink"/>
    </a:extraClrScheme>
    <a:extraClrScheme>
      <a:clrScheme name="Universal Template 3">
        <a:dk1>
          <a:srgbClr val="002960"/>
        </a:dk1>
        <a:lt1>
          <a:srgbClr val="FFFFFF"/>
        </a:lt1>
        <a:dk2>
          <a:srgbClr val="002960"/>
        </a:dk2>
        <a:lt2>
          <a:srgbClr val="FFBE3D"/>
        </a:lt2>
        <a:accent1>
          <a:srgbClr val="0066CC"/>
        </a:accent1>
        <a:accent2>
          <a:srgbClr val="5F8DFF"/>
        </a:accent2>
        <a:accent3>
          <a:srgbClr val="AAACB6"/>
        </a:accent3>
        <a:accent4>
          <a:srgbClr val="DADADA"/>
        </a:accent4>
        <a:accent5>
          <a:srgbClr val="AAB8E2"/>
        </a:accent5>
        <a:accent6>
          <a:srgbClr val="557FE7"/>
        </a:accent6>
        <a:hlink>
          <a:srgbClr val="96C5F8"/>
        </a:hlink>
        <a:folHlink>
          <a:srgbClr val="D8E9FC"/>
        </a:folHlink>
      </a:clrScheme>
      <a:clrMap bg1="dk2" tx1="lt1" bg2="dk1" tx2="lt2" accent1="accent1" accent2="accent2" accent3="accent3" accent4="accent4" accent5="accent5" accent6="accent6" hlink="hlink" folHlink="folHlink"/>
    </a:extraClrScheme>
    <a:extraClrScheme>
      <a:clrScheme name="Universal Template 4">
        <a:dk1>
          <a:srgbClr val="000000"/>
        </a:dk1>
        <a:lt1>
          <a:srgbClr val="FFFFFF"/>
        </a:lt1>
        <a:dk2>
          <a:srgbClr val="000000"/>
        </a:dk2>
        <a:lt2>
          <a:srgbClr val="FFBE3D"/>
        </a:lt2>
        <a:accent1>
          <a:srgbClr val="002960"/>
        </a:accent1>
        <a:accent2>
          <a:srgbClr val="0066CC"/>
        </a:accent2>
        <a:accent3>
          <a:srgbClr val="AAAAAA"/>
        </a:accent3>
        <a:accent4>
          <a:srgbClr val="DADADA"/>
        </a:accent4>
        <a:accent5>
          <a:srgbClr val="AAACB6"/>
        </a:accent5>
        <a:accent6>
          <a:srgbClr val="005CB9"/>
        </a:accent6>
        <a:hlink>
          <a:srgbClr val="91B0FF"/>
        </a:hlink>
        <a:folHlink>
          <a:srgbClr val="C7E0FB"/>
        </a:folHlink>
      </a:clrScheme>
      <a:clrMap bg1="dk2" tx1="lt1" bg2="dk1" tx2="lt2" accent1="accent1" accent2="accent2" accent3="accent3" accent4="accent4" accent5="accent5" accent6="accent6" hlink="hlink" folHlink="folHlink"/>
    </a:extraClrScheme>
    <a:extraClrScheme>
      <a:clrScheme name="Universal Template 5">
        <a:dk1>
          <a:srgbClr val="000000"/>
        </a:dk1>
        <a:lt1>
          <a:srgbClr val="FFFFFF"/>
        </a:lt1>
        <a:dk2>
          <a:srgbClr val="002960"/>
        </a:dk2>
        <a:lt2>
          <a:srgbClr val="FFFFFF"/>
        </a:lt2>
        <a:accent1>
          <a:srgbClr val="C7E0FB"/>
        </a:accent1>
        <a:accent2>
          <a:srgbClr val="FFCC66"/>
        </a:accent2>
        <a:accent3>
          <a:srgbClr val="FFFFFF"/>
        </a:accent3>
        <a:accent4>
          <a:srgbClr val="000000"/>
        </a:accent4>
        <a:accent5>
          <a:srgbClr val="E0EDFD"/>
        </a:accent5>
        <a:accent6>
          <a:srgbClr val="E7B95C"/>
        </a:accent6>
        <a:hlink>
          <a:srgbClr val="4F8636"/>
        </a:hlink>
        <a:folHlink>
          <a:srgbClr val="002960"/>
        </a:folHlink>
      </a:clrScheme>
      <a:clrMap bg1="lt1" tx1="dk1" bg2="lt2" tx2="dk2" accent1="accent1" accent2="accent2" accent3="accent3" accent4="accent4" accent5="accent5" accent6="accent6" hlink="hlink" folHlink="folHlink"/>
    </a:extraClrScheme>
    <a:extraClrScheme>
      <a:clrScheme name="Universal Template 6">
        <a:dk1>
          <a:srgbClr val="002960"/>
        </a:dk1>
        <a:lt1>
          <a:srgbClr val="FFFFFF"/>
        </a:lt1>
        <a:dk2>
          <a:srgbClr val="002960"/>
        </a:dk2>
        <a:lt2>
          <a:srgbClr val="FFBE3D"/>
        </a:lt2>
        <a:accent1>
          <a:srgbClr val="0066CC"/>
        </a:accent1>
        <a:accent2>
          <a:srgbClr val="4F8636"/>
        </a:accent2>
        <a:accent3>
          <a:srgbClr val="AAACB6"/>
        </a:accent3>
        <a:accent4>
          <a:srgbClr val="DADADA"/>
        </a:accent4>
        <a:accent5>
          <a:srgbClr val="AAB8E2"/>
        </a:accent5>
        <a:accent6>
          <a:srgbClr val="477930"/>
        </a:accent6>
        <a:hlink>
          <a:srgbClr val="FF9900"/>
        </a:hlink>
        <a:folHlink>
          <a:srgbClr val="FFBE3D"/>
        </a:folHlink>
      </a:clrScheme>
      <a:clrMap bg1="dk2" tx1="lt1" bg2="dk1" tx2="lt2" accent1="accent1" accent2="accent2" accent3="accent3" accent4="accent4" accent5="accent5" accent6="accent6" hlink="hlink" folHlink="folHlink"/>
    </a:extraClrScheme>
    <a:extraClrScheme>
      <a:clrScheme name="Universal Template 7">
        <a:dk1>
          <a:srgbClr val="000000"/>
        </a:dk1>
        <a:lt1>
          <a:srgbClr val="FFFFFF"/>
        </a:lt1>
        <a:dk2>
          <a:srgbClr val="000000"/>
        </a:dk2>
        <a:lt2>
          <a:srgbClr val="FFBE3D"/>
        </a:lt2>
        <a:accent1>
          <a:srgbClr val="0066CC"/>
        </a:accent1>
        <a:accent2>
          <a:srgbClr val="4F8636"/>
        </a:accent2>
        <a:accent3>
          <a:srgbClr val="AAAAAA"/>
        </a:accent3>
        <a:accent4>
          <a:srgbClr val="DADADA"/>
        </a:accent4>
        <a:accent5>
          <a:srgbClr val="AAB8E2"/>
        </a:accent5>
        <a:accent6>
          <a:srgbClr val="477930"/>
        </a:accent6>
        <a:hlink>
          <a:srgbClr val="FF9900"/>
        </a:hlink>
        <a:folHlink>
          <a:srgbClr val="FFBE3D"/>
        </a:folHlink>
      </a:clrScheme>
      <a:clrMap bg1="dk2" tx1="lt1" bg2="dk1" tx2="lt2" accent1="accent1" accent2="accent2" accent3="accent3" accent4="accent4" accent5="accent5" accent6="accent6" hlink="hlink" folHlink="folHlink"/>
    </a:extraClrScheme>
    <a:extraClrScheme>
      <a:clrScheme name="Universal Template 8">
        <a:dk1>
          <a:srgbClr val="000000"/>
        </a:dk1>
        <a:lt1>
          <a:srgbClr val="FFFFFF"/>
        </a:lt1>
        <a:dk2>
          <a:srgbClr val="002960"/>
        </a:dk2>
        <a:lt2>
          <a:srgbClr val="FFFFFF"/>
        </a:lt2>
        <a:accent1>
          <a:srgbClr val="C7E0FB"/>
        </a:accent1>
        <a:accent2>
          <a:srgbClr val="C7C293"/>
        </a:accent2>
        <a:accent3>
          <a:srgbClr val="FFFFFF"/>
        </a:accent3>
        <a:accent4>
          <a:srgbClr val="000000"/>
        </a:accent4>
        <a:accent5>
          <a:srgbClr val="E0EDFD"/>
        </a:accent5>
        <a:accent6>
          <a:srgbClr val="B4B085"/>
        </a:accent6>
        <a:hlink>
          <a:srgbClr val="50A2A0"/>
        </a:hlink>
        <a:folHlink>
          <a:srgbClr val="002960"/>
        </a:folHlink>
      </a:clrScheme>
      <a:clrMap bg1="lt1" tx1="dk1" bg2="lt2" tx2="dk2" accent1="accent1" accent2="accent2" accent3="accent3" accent4="accent4" accent5="accent5" accent6="accent6" hlink="hlink" folHlink="folHlink"/>
    </a:extraClrScheme>
    <a:extraClrScheme>
      <a:clrScheme name="Universal Template 9">
        <a:dk1>
          <a:srgbClr val="002960"/>
        </a:dk1>
        <a:lt1>
          <a:srgbClr val="FFFFFF"/>
        </a:lt1>
        <a:dk2>
          <a:srgbClr val="002960"/>
        </a:dk2>
        <a:lt2>
          <a:srgbClr val="FFBE3D"/>
        </a:lt2>
        <a:accent1>
          <a:srgbClr val="0066CC"/>
        </a:accent1>
        <a:accent2>
          <a:srgbClr val="50A2A0"/>
        </a:accent2>
        <a:accent3>
          <a:srgbClr val="AAACB6"/>
        </a:accent3>
        <a:accent4>
          <a:srgbClr val="DADADA"/>
        </a:accent4>
        <a:accent5>
          <a:srgbClr val="AAB8E2"/>
        </a:accent5>
        <a:accent6>
          <a:srgbClr val="489291"/>
        </a:accent6>
        <a:hlink>
          <a:srgbClr val="C7C293"/>
        </a:hlink>
        <a:folHlink>
          <a:srgbClr val="FFBE3D"/>
        </a:folHlink>
      </a:clrScheme>
      <a:clrMap bg1="dk2" tx1="lt1" bg2="dk1" tx2="lt2" accent1="accent1" accent2="accent2" accent3="accent3" accent4="accent4" accent5="accent5" accent6="accent6" hlink="hlink" folHlink="folHlink"/>
    </a:extraClrScheme>
    <a:extraClrScheme>
      <a:clrScheme name="Universal Template 10">
        <a:dk1>
          <a:srgbClr val="000000"/>
        </a:dk1>
        <a:lt1>
          <a:srgbClr val="FFFFFF"/>
        </a:lt1>
        <a:dk2>
          <a:srgbClr val="000000"/>
        </a:dk2>
        <a:lt2>
          <a:srgbClr val="FFBE3D"/>
        </a:lt2>
        <a:accent1>
          <a:srgbClr val="174A7C"/>
        </a:accent1>
        <a:accent2>
          <a:srgbClr val="50A2A0"/>
        </a:accent2>
        <a:accent3>
          <a:srgbClr val="AAAAAA"/>
        </a:accent3>
        <a:accent4>
          <a:srgbClr val="DADADA"/>
        </a:accent4>
        <a:accent5>
          <a:srgbClr val="ABB1BF"/>
        </a:accent5>
        <a:accent6>
          <a:srgbClr val="489291"/>
        </a:accent6>
        <a:hlink>
          <a:srgbClr val="C7C293"/>
        </a:hlink>
        <a:folHlink>
          <a:srgbClr val="FFBE3D"/>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佈景主題">
  <a:themeElements>
    <a:clrScheme name="">
      <a:dk1>
        <a:srgbClr val="000000"/>
      </a:dk1>
      <a:lt1>
        <a:srgbClr val="FFFFFF"/>
      </a:lt1>
      <a:dk2>
        <a:srgbClr val="000000"/>
      </a:dk2>
      <a:lt2>
        <a:srgbClr val="000000"/>
      </a:lt2>
      <a:accent1>
        <a:srgbClr val="FFFFFF"/>
      </a:accent1>
      <a:accent2>
        <a:srgbClr val="D0D0D0"/>
      </a:accent2>
      <a:accent3>
        <a:srgbClr val="FFFFFF"/>
      </a:accent3>
      <a:accent4>
        <a:srgbClr val="000000"/>
      </a:accent4>
      <a:accent5>
        <a:srgbClr val="FFFFFF"/>
      </a:accent5>
      <a:accent6>
        <a:srgbClr val="BCBCBC"/>
      </a:accent6>
      <a:hlink>
        <a:srgbClr val="909090"/>
      </a:hlink>
      <a:folHlink>
        <a:srgbClr val="0000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佈景主題">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Universal Template</Template>
  <TotalTime>26949</TotalTime>
  <Words>1374</Words>
  <Application>Microsoft Office PowerPoint</Application>
  <PresentationFormat>自訂</PresentationFormat>
  <Paragraphs>145</Paragraphs>
  <Slides>23</Slides>
  <Notes>1</Notes>
  <HiddenSlides>16</HiddenSlides>
  <MMClips>0</MMClips>
  <ScaleCrop>false</ScaleCrop>
  <HeadingPairs>
    <vt:vector size="6" baseType="variant">
      <vt:variant>
        <vt:lpstr>使用字型</vt:lpstr>
      </vt:variant>
      <vt:variant>
        <vt:i4>7</vt:i4>
      </vt:variant>
      <vt:variant>
        <vt:lpstr>佈景主題</vt:lpstr>
      </vt:variant>
      <vt:variant>
        <vt:i4>1</vt:i4>
      </vt:variant>
      <vt:variant>
        <vt:lpstr>投影片標題</vt:lpstr>
      </vt:variant>
      <vt:variant>
        <vt:i4>23</vt:i4>
      </vt:variant>
    </vt:vector>
  </HeadingPairs>
  <TitlesOfParts>
    <vt:vector size="31" baseType="lpstr">
      <vt:lpstr>-apple-system</vt:lpstr>
      <vt:lpstr>华文细黑</vt:lpstr>
      <vt:lpstr>Microsoft JhengHei</vt:lpstr>
      <vt:lpstr>Microsoft JhengHei</vt:lpstr>
      <vt:lpstr>Arial</vt:lpstr>
      <vt:lpstr>Times New Roman</vt:lpstr>
      <vt:lpstr>Wingdings</vt:lpstr>
      <vt:lpstr>Universal Template</vt:lpstr>
      <vt:lpstr>PowerPoint 簡報</vt:lpstr>
      <vt:lpstr>主頁(主視覺版面拉長或跨行理財下移)</vt:lpstr>
      <vt:lpstr>快速啟用(1. STEP 4不換行)</vt:lpstr>
      <vt:lpstr>快速啟用(1.非本行客戶step說明中加入對應連結、 2.非本行客戶step說明中加入對應連結)</vt:lpstr>
      <vt:lpstr>快速啟用(斷句換行顯示異常)</vt:lpstr>
      <vt:lpstr>帳戶優惠(終「生」優惠)</vt:lpstr>
      <vt:lpstr>FAQ(1.新增編號、2.調整標點符號)</vt:lpstr>
      <vt:lpstr>主頁(1. 動畫【旗幟可飄動】、2. 動畫【 0 小幅上下移動】、3.動畫【二圖表 icon 放大縮小】)</vt:lpstr>
      <vt:lpstr>主頁(1.缺右上角選單、2.缺原牆壁顏色、缺灰線與地板紋路)</vt:lpstr>
      <vt:lpstr>跨行理財 (1/2) (1.卡片少紋路、2. 、3.字體與設計不同、4.浮動按鈕缺底色)</vt:lpstr>
      <vt:lpstr>跨行理財 (2/2) (1.卡片翻面方式調整、2.字體調大)</vt:lpstr>
      <vt:lpstr>退休可攜注意事項(1.光箱缺右上角 X 、2.退休信託帳戶可攜注意事項字體與原設計不同)</vt:lpstr>
      <vt:lpstr>獨家優勢(1.、2.、3.與原設計字體不同)</vt:lpstr>
      <vt:lpstr>獨家優勢(去除1.、2.句點)</vt:lpstr>
      <vt:lpstr>快速啟用(1.、2.、3.、4.與原設計字體不同)</vt:lpstr>
      <vt:lpstr>快速啟用(1.缺花紋、2.缺左右step移動鍵、3.STEP和數字間留一空格)</vt:lpstr>
      <vt:lpstr>快速啟用(無STEP 2、 STEP 3、 STEP 4)</vt:lpstr>
      <vt:lpstr>帳戶優惠(1.、2.、3.、4.、5.與原設計字體不同)</vt:lpstr>
      <vt:lpstr>帳戶優惠(0元後方+「起」)</vt:lpstr>
      <vt:lpstr>優惠方案注意事項(1.光箱缺右上角 X 、 2.優惠方案注意事項字體與原設計不同)</vt:lpstr>
      <vt:lpstr>優惠方案注意事項(1.新增一條7.注意事項如右方紅框，後續編號對應調整，共9條、2.移除超連結)</vt:lpstr>
      <vt:lpstr>常見問題(1.、2.、3.優惠方案注意事項字體與原設計不同)</vt:lpstr>
      <vt:lpstr>投資警語(1.、2. 投資警語字體與原設計不同)</vt:lpstr>
    </vt:vector>
  </TitlesOfParts>
  <Company>Corporate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Administrator</dc:creator>
  <cp:keywords>Message Universal Template A4</cp:keywords>
  <dc:description>Version 1.1</dc:description>
  <cp:lastModifiedBy>夏柏雅-信託營管部-永豐銀行</cp:lastModifiedBy>
  <cp:revision>1607</cp:revision>
  <cp:lastPrinted>2023-08-22T02:14:48Z</cp:lastPrinted>
  <dcterms:created xsi:type="dcterms:W3CDTF">2005-10-04T01:34:02Z</dcterms:created>
  <dcterms:modified xsi:type="dcterms:W3CDTF">2023-12-04T10:54:58Z</dcterms:modified>
  <cp:category>POT - A4</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Universal Objects">
    <vt:bool>true</vt:bool>
  </property>
  <property fmtid="{D5CDD505-2E9C-101B-9397-08002B2CF9AE}" pid="3" name="McKPaperSize">
    <vt:lpwstr>A4</vt:lpwstr>
  </property>
  <property fmtid="{D5CDD505-2E9C-101B-9397-08002B2CF9AE}" pid="4" name="NotesPageLayout">
    <vt:lpwstr>Message</vt:lpwstr>
  </property>
  <property fmtid="{D5CDD505-2E9C-101B-9397-08002B2CF9AE}" pid="5" name="Event">
    <vt:lpwstr>12th Integration Office Meeting</vt:lpwstr>
  </property>
  <property fmtid="{D5CDD505-2E9C-101B-9397-08002B2CF9AE}" pid="6" name="Delivery Date">
    <vt:lpwstr>December 21, 2005</vt:lpwstr>
  </property>
  <property fmtid="{D5CDD505-2E9C-101B-9397-08002B2CF9AE}" pid="7" name="DocIDinTitle">
    <vt:bool>true</vt:bool>
  </property>
  <property fmtid="{D5CDD505-2E9C-101B-9397-08002B2CF9AE}" pid="8" name="DocIDinSlide">
    <vt:bool>true</vt:bool>
  </property>
  <property fmtid="{D5CDD505-2E9C-101B-9397-08002B2CF9AE}" pid="9" name="DocIDPosition">
    <vt:i4>0</vt:i4>
  </property>
  <property fmtid="{D5CDD505-2E9C-101B-9397-08002B2CF9AE}" pid="10" name="DocID">
    <vt:lpwstr>‹footer›</vt:lpwstr>
  </property>
  <property fmtid="{D5CDD505-2E9C-101B-9397-08002B2CF9AE}" pid="11" name="SWOTitle">
    <vt:lpwstr>Open:20051102 STC v6</vt:lpwstr>
  </property>
  <property fmtid="{D5CDD505-2E9C-101B-9397-08002B2CF9AE}" pid="12" name="Title">
    <vt:lpwstr>Title</vt:lpwstr>
  </property>
  <property fmtid="{D5CDD505-2E9C-101B-9397-08002B2CF9AE}" pid="13" name="Final">
    <vt:bool>true</vt:bool>
  </property>
</Properties>
</file>